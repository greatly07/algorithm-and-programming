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89" r:id="rId2"/>
  </p:sldMasterIdLst>
  <p:notesMasterIdLst>
    <p:notesMasterId r:id="rId44"/>
  </p:notesMasterIdLst>
  <p:sldIdLst>
    <p:sldId id="256" r:id="rId3"/>
    <p:sldId id="257" r:id="rId4"/>
    <p:sldId id="258" r:id="rId5"/>
    <p:sldId id="265" r:id="rId6"/>
    <p:sldId id="314" r:id="rId7"/>
    <p:sldId id="315" r:id="rId8"/>
    <p:sldId id="293" r:id="rId9"/>
    <p:sldId id="290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27" r:id="rId25"/>
    <p:sldId id="328" r:id="rId26"/>
    <p:sldId id="308" r:id="rId27"/>
    <p:sldId id="309" r:id="rId28"/>
    <p:sldId id="310" r:id="rId29"/>
    <p:sldId id="311" r:id="rId30"/>
    <p:sldId id="312" r:id="rId31"/>
    <p:sldId id="313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289" r:id="rId43"/>
  </p:sldIdLst>
  <p:sldSz cx="24384000" cy="13716000"/>
  <p:notesSz cx="6858000" cy="9144000"/>
  <p:embeddedFontLst>
    <p:embeddedFont>
      <p:font typeface="OCRB" panose="020B0609020202020204" pitchFamily="49" charset="77"/>
      <p:regular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  <p:embeddedFont>
      <p:font typeface="Open Sans ExtraBold" panose="020B0606030504020204" pitchFamily="34" charset="0"/>
      <p:bold r:id="rId50"/>
      <p:italic r:id="rId51"/>
      <p:boldItalic r:id="rId52"/>
    </p:embeddedFont>
    <p:embeddedFont>
      <p:font typeface="Open Sans Light" panose="020B0306030504020204" pitchFamily="34" charset="0"/>
      <p:regular r:id="rId53"/>
      <p:italic r:id="rId54"/>
    </p:embeddedFont>
    <p:embeddedFont>
      <p:font typeface="Open Sans Semibold" panose="020B0606030504020204" pitchFamily="34" charset="0"/>
      <p:regular r:id="rId55"/>
      <p:bold r:id="rId56"/>
      <p:italic r:id="rId57"/>
      <p:boldItalic r:id="rId5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34CAC2-5D25-C440-867F-148A844E03D2}" v="22" dt="2023-12-18T13:28:37.18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82" autoAdjust="0"/>
    <p:restoredTop sz="95763"/>
  </p:normalViewPr>
  <p:slideViewPr>
    <p:cSldViewPr snapToGrid="0" snapToObjects="1">
      <p:cViewPr varScale="1">
        <p:scale>
          <a:sx n="53" d="100"/>
          <a:sy n="53" d="100"/>
        </p:scale>
        <p:origin x="1008" y="20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font" Target="fonts/font7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2.fntdata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10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g Prasetyo" userId="d2bf56b7-245b-438e-9310-f7cdc03e2f43" providerId="ADAL" clId="{0ABE9A6A-F763-B44E-BC64-EF0827D6A39F}"/>
    <pc:docChg chg="undo custSel modSld">
      <pc:chgData name="Anang Prasetyo" userId="d2bf56b7-245b-438e-9310-f7cdc03e2f43" providerId="ADAL" clId="{0ABE9A6A-F763-B44E-BC64-EF0827D6A39F}" dt="2023-11-21T02:44:53.618" v="16"/>
      <pc:docMkLst>
        <pc:docMk/>
      </pc:docMkLst>
      <pc:sldChg chg="modSp mod">
        <pc:chgData name="Anang Prasetyo" userId="d2bf56b7-245b-438e-9310-f7cdc03e2f43" providerId="ADAL" clId="{0ABE9A6A-F763-B44E-BC64-EF0827D6A39F}" dt="2023-11-21T02:41:28.325" v="7" actId="20577"/>
        <pc:sldMkLst>
          <pc:docMk/>
          <pc:sldMk cId="3807564589" sldId="256"/>
        </pc:sldMkLst>
        <pc:spChg chg="mod">
          <ac:chgData name="Anang Prasetyo" userId="d2bf56b7-245b-438e-9310-f7cdc03e2f43" providerId="ADAL" clId="{0ABE9A6A-F763-B44E-BC64-EF0827D6A39F}" dt="2023-11-21T02:41:28.325" v="7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Anang Prasetyo" userId="d2bf56b7-245b-438e-9310-f7cdc03e2f43" providerId="ADAL" clId="{0ABE9A6A-F763-B44E-BC64-EF0827D6A39F}" dt="2023-11-21T02:41:25.195" v="5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Anang Prasetyo" userId="d2bf56b7-245b-438e-9310-f7cdc03e2f43" providerId="ADAL" clId="{0ABE9A6A-F763-B44E-BC64-EF0827D6A39F}" dt="2023-11-21T02:42:54.121" v="14"/>
        <pc:sldMkLst>
          <pc:docMk/>
          <pc:sldMk cId="831332263" sldId="258"/>
        </pc:sldMkLst>
        <pc:spChg chg="mod">
          <ac:chgData name="Anang Prasetyo" userId="d2bf56b7-245b-438e-9310-f7cdc03e2f43" providerId="ADAL" clId="{0ABE9A6A-F763-B44E-BC64-EF0827D6A39F}" dt="2023-11-21T02:42:54.121" v="14"/>
          <ac:spMkLst>
            <pc:docMk/>
            <pc:sldMk cId="831332263" sldId="258"/>
            <ac:spMk id="7" creationId="{B72F2271-82AB-6F97-54DB-48887070E4FE}"/>
          </ac:spMkLst>
        </pc:spChg>
      </pc:sldChg>
      <pc:sldChg chg="modSp mod">
        <pc:chgData name="Anang Prasetyo" userId="d2bf56b7-245b-438e-9310-f7cdc03e2f43" providerId="ADAL" clId="{0ABE9A6A-F763-B44E-BC64-EF0827D6A39F}" dt="2023-11-21T02:44:53.618" v="16"/>
        <pc:sldMkLst>
          <pc:docMk/>
          <pc:sldMk cId="109916884" sldId="259"/>
        </pc:sldMkLst>
        <pc:spChg chg="mod">
          <ac:chgData name="Anang Prasetyo" userId="d2bf56b7-245b-438e-9310-f7cdc03e2f43" providerId="ADAL" clId="{0ABE9A6A-F763-B44E-BC64-EF0827D6A39F}" dt="2023-11-21T02:44:49.859" v="15"/>
          <ac:spMkLst>
            <pc:docMk/>
            <pc:sldMk cId="109916884" sldId="259"/>
            <ac:spMk id="2" creationId="{AB6F138F-EFD5-E641-E70A-BB214EFF136D}"/>
          </ac:spMkLst>
        </pc:spChg>
        <pc:spChg chg="mod">
          <ac:chgData name="Anang Prasetyo" userId="d2bf56b7-245b-438e-9310-f7cdc03e2f43" providerId="ADAL" clId="{0ABE9A6A-F763-B44E-BC64-EF0827D6A39F}" dt="2023-11-21T02:44:53.618" v="16"/>
          <ac:spMkLst>
            <pc:docMk/>
            <pc:sldMk cId="109916884" sldId="259"/>
            <ac:spMk id="3" creationId="{0BBB728F-003C-7D1E-53EE-5CB26723A9D1}"/>
          </ac:spMkLst>
        </pc:spChg>
      </pc:sldChg>
    </pc:docChg>
  </pc:docChgLst>
  <pc:docChgLst>
    <pc:chgData name="Anang Prasetyo" userId="d2bf56b7-245b-438e-9310-f7cdc03e2f43" providerId="ADAL" clId="{E334CAC2-5D25-C440-867F-148A844E03D2}"/>
    <pc:docChg chg="undo custSel addSld delSld modSld sldOrd">
      <pc:chgData name="Anang Prasetyo" userId="d2bf56b7-245b-438e-9310-f7cdc03e2f43" providerId="ADAL" clId="{E334CAC2-5D25-C440-867F-148A844E03D2}" dt="2023-12-19T02:49:02.520" v="504" actId="20577"/>
      <pc:docMkLst>
        <pc:docMk/>
      </pc:docMkLst>
      <pc:sldChg chg="del">
        <pc:chgData name="Anang Prasetyo" userId="d2bf56b7-245b-438e-9310-f7cdc03e2f43" providerId="ADAL" clId="{E334CAC2-5D25-C440-867F-148A844E03D2}" dt="2023-12-18T13:05:40.882" v="0" actId="2696"/>
        <pc:sldMkLst>
          <pc:docMk/>
          <pc:sldMk cId="109916884" sldId="259"/>
        </pc:sldMkLst>
      </pc:sldChg>
      <pc:sldChg chg="modSp mod">
        <pc:chgData name="Anang Prasetyo" userId="d2bf56b7-245b-438e-9310-f7cdc03e2f43" providerId="ADAL" clId="{E334CAC2-5D25-C440-867F-148A844E03D2}" dt="2023-12-19T02:47:28.178" v="463" actId="2710"/>
        <pc:sldMkLst>
          <pc:docMk/>
          <pc:sldMk cId="1006904840" sldId="265"/>
        </pc:sldMkLst>
        <pc:spChg chg="mod">
          <ac:chgData name="Anang Prasetyo" userId="d2bf56b7-245b-438e-9310-f7cdc03e2f43" providerId="ADAL" clId="{E334CAC2-5D25-C440-867F-148A844E03D2}" dt="2023-12-18T13:06:47.618" v="61" actId="20577"/>
          <ac:spMkLst>
            <pc:docMk/>
            <pc:sldMk cId="1006904840" sldId="265"/>
            <ac:spMk id="2" creationId="{AB6F138F-EFD5-E641-E70A-BB214EFF136D}"/>
          </ac:spMkLst>
        </pc:spChg>
        <pc:spChg chg="mod">
          <ac:chgData name="Anang Prasetyo" userId="d2bf56b7-245b-438e-9310-f7cdc03e2f43" providerId="ADAL" clId="{E334CAC2-5D25-C440-867F-148A844E03D2}" dt="2023-12-18T13:05:53.134" v="16" actId="20577"/>
          <ac:spMkLst>
            <pc:docMk/>
            <pc:sldMk cId="1006904840" sldId="265"/>
            <ac:spMk id="3" creationId="{0BBB728F-003C-7D1E-53EE-5CB26723A9D1}"/>
          </ac:spMkLst>
        </pc:spChg>
        <pc:spChg chg="mod">
          <ac:chgData name="Anang Prasetyo" userId="d2bf56b7-245b-438e-9310-f7cdc03e2f43" providerId="ADAL" clId="{E334CAC2-5D25-C440-867F-148A844E03D2}" dt="2023-12-19T02:47:28.178" v="463" actId="2710"/>
          <ac:spMkLst>
            <pc:docMk/>
            <pc:sldMk cId="1006904840" sldId="265"/>
            <ac:spMk id="7" creationId="{ABEDBFB7-134F-36FB-A892-C6DFA0930D48}"/>
          </ac:spMkLst>
        </pc:spChg>
      </pc:sldChg>
      <pc:sldChg chg="modSp mod">
        <pc:chgData name="Anang Prasetyo" userId="d2bf56b7-245b-438e-9310-f7cdc03e2f43" providerId="ADAL" clId="{E334CAC2-5D25-C440-867F-148A844E03D2}" dt="2023-12-18T13:30:00.996" v="453" actId="27636"/>
        <pc:sldMkLst>
          <pc:docMk/>
          <pc:sldMk cId="1534993027" sldId="289"/>
        </pc:sldMkLst>
        <pc:spChg chg="mod">
          <ac:chgData name="Anang Prasetyo" userId="d2bf56b7-245b-438e-9310-f7cdc03e2f43" providerId="ADAL" clId="{E334CAC2-5D25-C440-867F-148A844E03D2}" dt="2023-12-18T13:30:00.996" v="453" actId="27636"/>
          <ac:spMkLst>
            <pc:docMk/>
            <pc:sldMk cId="1534993027" sldId="289"/>
            <ac:spMk id="7" creationId="{ABEDBFB7-134F-36FB-A892-C6DFA0930D48}"/>
          </ac:spMkLst>
        </pc:spChg>
      </pc:sldChg>
      <pc:sldChg chg="modSp mod">
        <pc:chgData name="Anang Prasetyo" userId="d2bf56b7-245b-438e-9310-f7cdc03e2f43" providerId="ADAL" clId="{E334CAC2-5D25-C440-867F-148A844E03D2}" dt="2023-12-18T13:12:35.794" v="134" actId="1076"/>
        <pc:sldMkLst>
          <pc:docMk/>
          <pc:sldMk cId="1996746622" sldId="290"/>
        </pc:sldMkLst>
        <pc:spChg chg="mod">
          <ac:chgData name="Anang Prasetyo" userId="d2bf56b7-245b-438e-9310-f7cdc03e2f43" providerId="ADAL" clId="{E334CAC2-5D25-C440-867F-148A844E03D2}" dt="2023-12-18T13:10:06.531" v="77" actId="20577"/>
          <ac:spMkLst>
            <pc:docMk/>
            <pc:sldMk cId="1996746622" sldId="290"/>
            <ac:spMk id="2" creationId="{AB6F138F-EFD5-E641-E70A-BB214EFF136D}"/>
          </ac:spMkLst>
        </pc:spChg>
        <pc:spChg chg="mod">
          <ac:chgData name="Anang Prasetyo" userId="d2bf56b7-245b-438e-9310-f7cdc03e2f43" providerId="ADAL" clId="{E334CAC2-5D25-C440-867F-148A844E03D2}" dt="2023-12-18T13:10:22.217" v="86" actId="20577"/>
          <ac:spMkLst>
            <pc:docMk/>
            <pc:sldMk cId="1996746622" sldId="290"/>
            <ac:spMk id="3" creationId="{0BBB728F-003C-7D1E-53EE-5CB26723A9D1}"/>
          </ac:spMkLst>
        </pc:spChg>
        <pc:spChg chg="mod">
          <ac:chgData name="Anang Prasetyo" userId="d2bf56b7-245b-438e-9310-f7cdc03e2f43" providerId="ADAL" clId="{E334CAC2-5D25-C440-867F-148A844E03D2}" dt="2023-12-18T13:12:35.794" v="134" actId="1076"/>
          <ac:spMkLst>
            <pc:docMk/>
            <pc:sldMk cId="1996746622" sldId="290"/>
            <ac:spMk id="7" creationId="{ABEDBFB7-134F-36FB-A892-C6DFA0930D48}"/>
          </ac:spMkLst>
        </pc:spChg>
      </pc:sldChg>
      <pc:sldChg chg="del">
        <pc:chgData name="Anang Prasetyo" userId="d2bf56b7-245b-438e-9310-f7cdc03e2f43" providerId="ADAL" clId="{E334CAC2-5D25-C440-867F-148A844E03D2}" dt="2023-12-18T13:29:00.506" v="424" actId="2696"/>
        <pc:sldMkLst>
          <pc:docMk/>
          <pc:sldMk cId="405455087" sldId="291"/>
        </pc:sldMkLst>
      </pc:sldChg>
      <pc:sldChg chg="del">
        <pc:chgData name="Anang Prasetyo" userId="d2bf56b7-245b-438e-9310-f7cdc03e2f43" providerId="ADAL" clId="{E334CAC2-5D25-C440-867F-148A844E03D2}" dt="2023-12-18T13:29:02.065" v="425" actId="2696"/>
        <pc:sldMkLst>
          <pc:docMk/>
          <pc:sldMk cId="1161241905" sldId="292"/>
        </pc:sldMkLst>
      </pc:sldChg>
      <pc:sldChg chg="add">
        <pc:chgData name="Anang Prasetyo" userId="d2bf56b7-245b-438e-9310-f7cdc03e2f43" providerId="ADAL" clId="{E334CAC2-5D25-C440-867F-148A844E03D2}" dt="2023-12-18T13:06:29.495" v="38" actId="2890"/>
        <pc:sldMkLst>
          <pc:docMk/>
          <pc:sldMk cId="3396338294" sldId="293"/>
        </pc:sldMkLst>
      </pc:sldChg>
      <pc:sldChg chg="addSp delSp modSp add mod">
        <pc:chgData name="Anang Prasetyo" userId="d2bf56b7-245b-438e-9310-f7cdc03e2f43" providerId="ADAL" clId="{E334CAC2-5D25-C440-867F-148A844E03D2}" dt="2023-12-18T13:13:06.899" v="142" actId="14100"/>
        <pc:sldMkLst>
          <pc:docMk/>
          <pc:sldMk cId="2451311452" sldId="294"/>
        </pc:sldMkLst>
        <pc:spChg chg="mod">
          <ac:chgData name="Anang Prasetyo" userId="d2bf56b7-245b-438e-9310-f7cdc03e2f43" providerId="ADAL" clId="{E334CAC2-5D25-C440-867F-148A844E03D2}" dt="2023-12-18T13:12:53.625" v="136"/>
          <ac:spMkLst>
            <pc:docMk/>
            <pc:sldMk cId="2451311452" sldId="294"/>
            <ac:spMk id="3" creationId="{0BBB728F-003C-7D1E-53EE-5CB26723A9D1}"/>
          </ac:spMkLst>
        </pc:spChg>
        <pc:spChg chg="add del mod">
          <ac:chgData name="Anang Prasetyo" userId="d2bf56b7-245b-438e-9310-f7cdc03e2f43" providerId="ADAL" clId="{E334CAC2-5D25-C440-867F-148A844E03D2}" dt="2023-12-18T13:13:00.597" v="140"/>
          <ac:spMkLst>
            <pc:docMk/>
            <pc:sldMk cId="2451311452" sldId="294"/>
            <ac:spMk id="5" creationId="{A57AB15D-F6A4-6A27-900A-CB26A562C71B}"/>
          </ac:spMkLst>
        </pc:spChg>
        <pc:spChg chg="del">
          <ac:chgData name="Anang Prasetyo" userId="d2bf56b7-245b-438e-9310-f7cdc03e2f43" providerId="ADAL" clId="{E334CAC2-5D25-C440-867F-148A844E03D2}" dt="2023-12-18T13:12:58.672" v="137" actId="478"/>
          <ac:spMkLst>
            <pc:docMk/>
            <pc:sldMk cId="2451311452" sldId="294"/>
            <ac:spMk id="7" creationId="{ABEDBFB7-134F-36FB-A892-C6DFA0930D48}"/>
          </ac:spMkLst>
        </pc:spChg>
        <pc:picChg chg="add del mod">
          <ac:chgData name="Anang Prasetyo" userId="d2bf56b7-245b-438e-9310-f7cdc03e2f43" providerId="ADAL" clId="{E334CAC2-5D25-C440-867F-148A844E03D2}" dt="2023-12-18T13:12:59.869" v="139"/>
          <ac:picMkLst>
            <pc:docMk/>
            <pc:sldMk cId="2451311452" sldId="294"/>
            <ac:picMk id="6" creationId="{8A827563-602C-ECC6-33C2-8448CA613D71}"/>
          </ac:picMkLst>
        </pc:picChg>
        <pc:picChg chg="add mod">
          <ac:chgData name="Anang Prasetyo" userId="d2bf56b7-245b-438e-9310-f7cdc03e2f43" providerId="ADAL" clId="{E334CAC2-5D25-C440-867F-148A844E03D2}" dt="2023-12-18T13:13:06.899" v="142" actId="14100"/>
          <ac:picMkLst>
            <pc:docMk/>
            <pc:sldMk cId="2451311452" sldId="294"/>
            <ac:picMk id="8" creationId="{ED3BE260-8225-0AE7-1153-BF565A9FFC54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15:54.153" v="209" actId="20577"/>
        <pc:sldMkLst>
          <pc:docMk/>
          <pc:sldMk cId="513577447" sldId="295"/>
        </pc:sldMkLst>
        <pc:spChg chg="mod">
          <ac:chgData name="Anang Prasetyo" userId="d2bf56b7-245b-438e-9310-f7cdc03e2f43" providerId="ADAL" clId="{E334CAC2-5D25-C440-867F-148A844E03D2}" dt="2023-12-18T13:13:45.051" v="162" actId="20577"/>
          <ac:spMkLst>
            <pc:docMk/>
            <pc:sldMk cId="513577447" sldId="295"/>
            <ac:spMk id="2" creationId="{AB6F138F-EFD5-E641-E70A-BB214EFF136D}"/>
          </ac:spMkLst>
        </pc:spChg>
        <pc:spChg chg="mod">
          <ac:chgData name="Anang Prasetyo" userId="d2bf56b7-245b-438e-9310-f7cdc03e2f43" providerId="ADAL" clId="{E334CAC2-5D25-C440-867F-148A844E03D2}" dt="2023-12-18T13:15:54.153" v="209" actId="20577"/>
          <ac:spMkLst>
            <pc:docMk/>
            <pc:sldMk cId="513577447" sldId="295"/>
            <ac:spMk id="3" creationId="{0BBB728F-003C-7D1E-53EE-5CB26723A9D1}"/>
          </ac:spMkLst>
        </pc:spChg>
        <pc:spChg chg="add del mod">
          <ac:chgData name="Anang Prasetyo" userId="d2bf56b7-245b-438e-9310-f7cdc03e2f43" providerId="ADAL" clId="{E334CAC2-5D25-C440-867F-148A844E03D2}" dt="2023-12-18T13:14:38.161" v="164" actId="478"/>
          <ac:spMkLst>
            <pc:docMk/>
            <pc:sldMk cId="513577447" sldId="295"/>
            <ac:spMk id="5" creationId="{10CE5A87-FAC1-066C-AEC3-9579DAE78410}"/>
          </ac:spMkLst>
        </pc:spChg>
        <pc:spChg chg="add mod">
          <ac:chgData name="Anang Prasetyo" userId="d2bf56b7-245b-438e-9310-f7cdc03e2f43" providerId="ADAL" clId="{E334CAC2-5D25-C440-867F-148A844E03D2}" dt="2023-12-18T13:15:24.236" v="183" actId="5793"/>
          <ac:spMkLst>
            <pc:docMk/>
            <pc:sldMk cId="513577447" sldId="295"/>
            <ac:spMk id="6" creationId="{8CBA7BF5-884B-1BE9-98C1-7D6F59CE4411}"/>
          </ac:spMkLst>
        </pc:spChg>
        <pc:picChg chg="del">
          <ac:chgData name="Anang Prasetyo" userId="d2bf56b7-245b-438e-9310-f7cdc03e2f43" providerId="ADAL" clId="{E334CAC2-5D25-C440-867F-148A844E03D2}" dt="2023-12-18T13:14:30.457" v="163" actId="478"/>
          <ac:picMkLst>
            <pc:docMk/>
            <pc:sldMk cId="513577447" sldId="295"/>
            <ac:picMk id="8" creationId="{ED3BE260-8225-0AE7-1153-BF565A9FFC54}"/>
          </ac:picMkLst>
        </pc:picChg>
      </pc:sldChg>
      <pc:sldChg chg="add">
        <pc:chgData name="Anang Prasetyo" userId="d2bf56b7-245b-438e-9310-f7cdc03e2f43" providerId="ADAL" clId="{E334CAC2-5D25-C440-867F-148A844E03D2}" dt="2023-12-18T13:15:58.112" v="210" actId="2890"/>
        <pc:sldMkLst>
          <pc:docMk/>
          <pc:sldMk cId="4223299688" sldId="296"/>
        </pc:sldMkLst>
      </pc:sldChg>
      <pc:sldChg chg="modSp add mod">
        <pc:chgData name="Anang Prasetyo" userId="d2bf56b7-245b-438e-9310-f7cdc03e2f43" providerId="ADAL" clId="{E334CAC2-5D25-C440-867F-148A844E03D2}" dt="2023-12-18T13:16:26.980" v="231" actId="27636"/>
        <pc:sldMkLst>
          <pc:docMk/>
          <pc:sldMk cId="3926443185" sldId="297"/>
        </pc:sldMkLst>
        <pc:spChg chg="mod">
          <ac:chgData name="Anang Prasetyo" userId="d2bf56b7-245b-438e-9310-f7cdc03e2f43" providerId="ADAL" clId="{E334CAC2-5D25-C440-867F-148A844E03D2}" dt="2023-12-18T13:16:13.887" v="220" actId="20577"/>
          <ac:spMkLst>
            <pc:docMk/>
            <pc:sldMk cId="3926443185" sldId="297"/>
            <ac:spMk id="3" creationId="{0BBB728F-003C-7D1E-53EE-5CB26723A9D1}"/>
          </ac:spMkLst>
        </pc:spChg>
        <pc:spChg chg="mod">
          <ac:chgData name="Anang Prasetyo" userId="d2bf56b7-245b-438e-9310-f7cdc03e2f43" providerId="ADAL" clId="{E334CAC2-5D25-C440-867F-148A844E03D2}" dt="2023-12-18T13:16:26.980" v="231" actId="27636"/>
          <ac:spMkLst>
            <pc:docMk/>
            <pc:sldMk cId="3926443185" sldId="297"/>
            <ac:spMk id="6" creationId="{8CBA7BF5-884B-1BE9-98C1-7D6F59CE4411}"/>
          </ac:spMkLst>
        </pc:spChg>
      </pc:sldChg>
      <pc:sldChg chg="addSp modSp add mod">
        <pc:chgData name="Anang Prasetyo" userId="d2bf56b7-245b-438e-9310-f7cdc03e2f43" providerId="ADAL" clId="{E334CAC2-5D25-C440-867F-148A844E03D2}" dt="2023-12-18T13:17:49.334" v="250" actId="14100"/>
        <pc:sldMkLst>
          <pc:docMk/>
          <pc:sldMk cId="2883816164" sldId="298"/>
        </pc:sldMkLst>
        <pc:spChg chg="mod">
          <ac:chgData name="Anang Prasetyo" userId="d2bf56b7-245b-438e-9310-f7cdc03e2f43" providerId="ADAL" clId="{E334CAC2-5D25-C440-867F-148A844E03D2}" dt="2023-12-18T13:17:03.588" v="240" actId="20577"/>
          <ac:spMkLst>
            <pc:docMk/>
            <pc:sldMk cId="2883816164" sldId="298"/>
            <ac:spMk id="3" creationId="{0BBB728F-003C-7D1E-53EE-5CB26723A9D1}"/>
          </ac:spMkLst>
        </pc:spChg>
        <pc:spChg chg="mod">
          <ac:chgData name="Anang Prasetyo" userId="d2bf56b7-245b-438e-9310-f7cdc03e2f43" providerId="ADAL" clId="{E334CAC2-5D25-C440-867F-148A844E03D2}" dt="2023-12-18T13:17:32.035" v="247" actId="14100"/>
          <ac:spMkLst>
            <pc:docMk/>
            <pc:sldMk cId="2883816164" sldId="298"/>
            <ac:spMk id="6" creationId="{8CBA7BF5-884B-1BE9-98C1-7D6F59CE4411}"/>
          </ac:spMkLst>
        </pc:spChg>
        <pc:picChg chg="add mod">
          <ac:chgData name="Anang Prasetyo" userId="d2bf56b7-245b-438e-9310-f7cdc03e2f43" providerId="ADAL" clId="{E334CAC2-5D25-C440-867F-148A844E03D2}" dt="2023-12-18T13:17:49.334" v="250" actId="14100"/>
          <ac:picMkLst>
            <pc:docMk/>
            <pc:sldMk cId="2883816164" sldId="298"/>
            <ac:picMk id="4" creationId="{6BEBACED-6414-15C7-42DC-CFD43BC61046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18:47.237" v="262"/>
        <pc:sldMkLst>
          <pc:docMk/>
          <pc:sldMk cId="74918450" sldId="299"/>
        </pc:sldMkLst>
        <pc:spChg chg="mod">
          <ac:chgData name="Anang Prasetyo" userId="d2bf56b7-245b-438e-9310-f7cdc03e2f43" providerId="ADAL" clId="{E334CAC2-5D25-C440-867F-148A844E03D2}" dt="2023-12-18T13:18:47.237" v="262"/>
          <ac:spMkLst>
            <pc:docMk/>
            <pc:sldMk cId="74918450" sldId="299"/>
            <ac:spMk id="6" creationId="{8CBA7BF5-884B-1BE9-98C1-7D6F59CE4411}"/>
          </ac:spMkLst>
        </pc:spChg>
        <pc:picChg chg="del">
          <ac:chgData name="Anang Prasetyo" userId="d2bf56b7-245b-438e-9310-f7cdc03e2f43" providerId="ADAL" clId="{E334CAC2-5D25-C440-867F-148A844E03D2}" dt="2023-12-18T13:18:04.181" v="252" actId="478"/>
          <ac:picMkLst>
            <pc:docMk/>
            <pc:sldMk cId="74918450" sldId="299"/>
            <ac:picMk id="4" creationId="{6BEBACED-6414-15C7-42DC-CFD43BC61046}"/>
          </ac:picMkLst>
        </pc:picChg>
        <pc:picChg chg="add del mod">
          <ac:chgData name="Anang Prasetyo" userId="d2bf56b7-245b-438e-9310-f7cdc03e2f43" providerId="ADAL" clId="{E334CAC2-5D25-C440-867F-148A844E03D2}" dt="2023-12-18T13:18:31.798" v="258" actId="478"/>
          <ac:picMkLst>
            <pc:docMk/>
            <pc:sldMk cId="74918450" sldId="299"/>
            <ac:picMk id="5" creationId="{D6DE6DE5-96C1-E35E-1138-CC9CC6F2CA9C}"/>
          </ac:picMkLst>
        </pc:picChg>
        <pc:picChg chg="add mod">
          <ac:chgData name="Anang Prasetyo" userId="d2bf56b7-245b-438e-9310-f7cdc03e2f43" providerId="ADAL" clId="{E334CAC2-5D25-C440-867F-148A844E03D2}" dt="2023-12-18T13:18:40.715" v="261" actId="14100"/>
          <ac:picMkLst>
            <pc:docMk/>
            <pc:sldMk cId="74918450" sldId="299"/>
            <ac:picMk id="7" creationId="{7D0D4EB3-F150-41A1-7B97-2C09F1EA3769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19:13.182" v="268" actId="14100"/>
        <pc:sldMkLst>
          <pc:docMk/>
          <pc:sldMk cId="3085093318" sldId="300"/>
        </pc:sldMkLst>
        <pc:spChg chg="mod">
          <ac:chgData name="Anang Prasetyo" userId="d2bf56b7-245b-438e-9310-f7cdc03e2f43" providerId="ADAL" clId="{E334CAC2-5D25-C440-867F-148A844E03D2}" dt="2023-12-18T13:19:02.980" v="264"/>
          <ac:spMkLst>
            <pc:docMk/>
            <pc:sldMk cId="3085093318" sldId="300"/>
            <ac:spMk id="6" creationId="{8CBA7BF5-884B-1BE9-98C1-7D6F59CE4411}"/>
          </ac:spMkLst>
        </pc:spChg>
        <pc:picChg chg="add mod">
          <ac:chgData name="Anang Prasetyo" userId="d2bf56b7-245b-438e-9310-f7cdc03e2f43" providerId="ADAL" clId="{E334CAC2-5D25-C440-867F-148A844E03D2}" dt="2023-12-18T13:19:13.182" v="268" actId="14100"/>
          <ac:picMkLst>
            <pc:docMk/>
            <pc:sldMk cId="3085093318" sldId="300"/>
            <ac:picMk id="4" creationId="{92828806-B77E-366B-EE31-7E7B92097F93}"/>
          </ac:picMkLst>
        </pc:picChg>
        <pc:picChg chg="del">
          <ac:chgData name="Anang Prasetyo" userId="d2bf56b7-245b-438e-9310-f7cdc03e2f43" providerId="ADAL" clId="{E334CAC2-5D25-C440-867F-148A844E03D2}" dt="2023-12-18T13:19:04.627" v="265" actId="478"/>
          <ac:picMkLst>
            <pc:docMk/>
            <pc:sldMk cId="3085093318" sldId="300"/>
            <ac:picMk id="7" creationId="{7D0D4EB3-F150-41A1-7B97-2C09F1EA3769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20:13.410" v="275" actId="20577"/>
        <pc:sldMkLst>
          <pc:docMk/>
          <pc:sldMk cId="1326018244" sldId="301"/>
        </pc:sldMkLst>
        <pc:spChg chg="mod">
          <ac:chgData name="Anang Prasetyo" userId="d2bf56b7-245b-438e-9310-f7cdc03e2f43" providerId="ADAL" clId="{E334CAC2-5D25-C440-867F-148A844E03D2}" dt="2023-12-18T13:20:13.410" v="275" actId="20577"/>
          <ac:spMkLst>
            <pc:docMk/>
            <pc:sldMk cId="1326018244" sldId="301"/>
            <ac:spMk id="6" creationId="{8CBA7BF5-884B-1BE9-98C1-7D6F59CE4411}"/>
          </ac:spMkLst>
        </pc:spChg>
        <pc:picChg chg="del">
          <ac:chgData name="Anang Prasetyo" userId="d2bf56b7-245b-438e-9310-f7cdc03e2f43" providerId="ADAL" clId="{E334CAC2-5D25-C440-867F-148A844E03D2}" dt="2023-12-18T13:19:57.103" v="270" actId="478"/>
          <ac:picMkLst>
            <pc:docMk/>
            <pc:sldMk cId="1326018244" sldId="301"/>
            <ac:picMk id="4" creationId="{92828806-B77E-366B-EE31-7E7B92097F93}"/>
          </ac:picMkLst>
        </pc:picChg>
        <pc:picChg chg="add mod">
          <ac:chgData name="Anang Prasetyo" userId="d2bf56b7-245b-438e-9310-f7cdc03e2f43" providerId="ADAL" clId="{E334CAC2-5D25-C440-867F-148A844E03D2}" dt="2023-12-18T13:20:03.738" v="273" actId="14100"/>
          <ac:picMkLst>
            <pc:docMk/>
            <pc:sldMk cId="1326018244" sldId="301"/>
            <ac:picMk id="5" creationId="{EC42D06C-6B74-F47B-E533-8650834403F1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20:43.729" v="285"/>
        <pc:sldMkLst>
          <pc:docMk/>
          <pc:sldMk cId="2521162229" sldId="302"/>
        </pc:sldMkLst>
        <pc:spChg chg="mod">
          <ac:chgData name="Anang Prasetyo" userId="d2bf56b7-245b-438e-9310-f7cdc03e2f43" providerId="ADAL" clId="{E334CAC2-5D25-C440-867F-148A844E03D2}" dt="2023-12-18T13:20:40.593" v="283" actId="20577"/>
          <ac:spMkLst>
            <pc:docMk/>
            <pc:sldMk cId="2521162229" sldId="302"/>
            <ac:spMk id="6" creationId="{8CBA7BF5-884B-1BE9-98C1-7D6F59CE4411}"/>
          </ac:spMkLst>
        </pc:spChg>
        <pc:spChg chg="add del mod">
          <ac:chgData name="Anang Prasetyo" userId="d2bf56b7-245b-438e-9310-f7cdc03e2f43" providerId="ADAL" clId="{E334CAC2-5D25-C440-867F-148A844E03D2}" dt="2023-12-18T13:20:43.729" v="285"/>
          <ac:spMkLst>
            <pc:docMk/>
            <pc:sldMk cId="2521162229" sldId="302"/>
            <ac:spMk id="7" creationId="{2971160C-E9E6-8E71-8637-DD488E07AB24}"/>
          </ac:spMkLst>
        </pc:spChg>
        <pc:picChg chg="add mod">
          <ac:chgData name="Anang Prasetyo" userId="d2bf56b7-245b-438e-9310-f7cdc03e2f43" providerId="ADAL" clId="{E334CAC2-5D25-C440-867F-148A844E03D2}" dt="2023-12-18T13:20:31.086" v="280" actId="14100"/>
          <ac:picMkLst>
            <pc:docMk/>
            <pc:sldMk cId="2521162229" sldId="302"/>
            <ac:picMk id="4" creationId="{E2A681F0-7425-3084-ED5E-C4D5DB8A4F26}"/>
          </ac:picMkLst>
        </pc:picChg>
        <pc:picChg chg="del">
          <ac:chgData name="Anang Prasetyo" userId="d2bf56b7-245b-438e-9310-f7cdc03e2f43" providerId="ADAL" clId="{E334CAC2-5D25-C440-867F-148A844E03D2}" dt="2023-12-18T13:20:24.985" v="277" actId="478"/>
          <ac:picMkLst>
            <pc:docMk/>
            <pc:sldMk cId="2521162229" sldId="302"/>
            <ac:picMk id="5" creationId="{EC42D06C-6B74-F47B-E533-8650834403F1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21:14.747" v="294"/>
        <pc:sldMkLst>
          <pc:docMk/>
          <pc:sldMk cId="1299813189" sldId="303"/>
        </pc:sldMkLst>
        <pc:spChg chg="mod">
          <ac:chgData name="Anang Prasetyo" userId="d2bf56b7-245b-438e-9310-f7cdc03e2f43" providerId="ADAL" clId="{E334CAC2-5D25-C440-867F-148A844E03D2}" dt="2023-12-18T13:21:14.747" v="294"/>
          <ac:spMkLst>
            <pc:docMk/>
            <pc:sldMk cId="1299813189" sldId="303"/>
            <ac:spMk id="6" creationId="{8CBA7BF5-884B-1BE9-98C1-7D6F59CE4411}"/>
          </ac:spMkLst>
        </pc:spChg>
        <pc:picChg chg="del">
          <ac:chgData name="Anang Prasetyo" userId="d2bf56b7-245b-438e-9310-f7cdc03e2f43" providerId="ADAL" clId="{E334CAC2-5D25-C440-867F-148A844E03D2}" dt="2023-12-18T13:20:56.024" v="287" actId="478"/>
          <ac:picMkLst>
            <pc:docMk/>
            <pc:sldMk cId="1299813189" sldId="303"/>
            <ac:picMk id="4" creationId="{E2A681F0-7425-3084-ED5E-C4D5DB8A4F26}"/>
          </ac:picMkLst>
        </pc:picChg>
        <pc:picChg chg="add mod">
          <ac:chgData name="Anang Prasetyo" userId="d2bf56b7-245b-438e-9310-f7cdc03e2f43" providerId="ADAL" clId="{E334CAC2-5D25-C440-867F-148A844E03D2}" dt="2023-12-18T13:21:02.991" v="290" actId="14100"/>
          <ac:picMkLst>
            <pc:docMk/>
            <pc:sldMk cId="1299813189" sldId="303"/>
            <ac:picMk id="5" creationId="{663E4C02-BB31-316E-8524-64AFD57A8FEE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21:42.319" v="302" actId="20577"/>
        <pc:sldMkLst>
          <pc:docMk/>
          <pc:sldMk cId="4285892850" sldId="304"/>
        </pc:sldMkLst>
        <pc:spChg chg="mod">
          <ac:chgData name="Anang Prasetyo" userId="d2bf56b7-245b-438e-9310-f7cdc03e2f43" providerId="ADAL" clId="{E334CAC2-5D25-C440-867F-148A844E03D2}" dt="2023-12-18T13:21:42.319" v="302" actId="20577"/>
          <ac:spMkLst>
            <pc:docMk/>
            <pc:sldMk cId="4285892850" sldId="304"/>
            <ac:spMk id="6" creationId="{8CBA7BF5-884B-1BE9-98C1-7D6F59CE4411}"/>
          </ac:spMkLst>
        </pc:spChg>
        <pc:picChg chg="add mod">
          <ac:chgData name="Anang Prasetyo" userId="d2bf56b7-245b-438e-9310-f7cdc03e2f43" providerId="ADAL" clId="{E334CAC2-5D25-C440-867F-148A844E03D2}" dt="2023-12-18T13:21:32.896" v="300" actId="14100"/>
          <ac:picMkLst>
            <pc:docMk/>
            <pc:sldMk cId="4285892850" sldId="304"/>
            <ac:picMk id="4" creationId="{4197D336-7577-4ACA-4E7F-9B9EAB69BCE9}"/>
          </ac:picMkLst>
        </pc:picChg>
        <pc:picChg chg="del">
          <ac:chgData name="Anang Prasetyo" userId="d2bf56b7-245b-438e-9310-f7cdc03e2f43" providerId="ADAL" clId="{E334CAC2-5D25-C440-867F-148A844E03D2}" dt="2023-12-18T13:21:23.889" v="296" actId="478"/>
          <ac:picMkLst>
            <pc:docMk/>
            <pc:sldMk cId="4285892850" sldId="304"/>
            <ac:picMk id="5" creationId="{663E4C02-BB31-316E-8524-64AFD57A8FEE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22:13.505" v="310" actId="1076"/>
        <pc:sldMkLst>
          <pc:docMk/>
          <pc:sldMk cId="1065683874" sldId="305"/>
        </pc:sldMkLst>
        <pc:spChg chg="mod">
          <ac:chgData name="Anang Prasetyo" userId="d2bf56b7-245b-438e-9310-f7cdc03e2f43" providerId="ADAL" clId="{E334CAC2-5D25-C440-867F-148A844E03D2}" dt="2023-12-18T13:22:08.134" v="309" actId="20577"/>
          <ac:spMkLst>
            <pc:docMk/>
            <pc:sldMk cId="1065683874" sldId="305"/>
            <ac:spMk id="6" creationId="{8CBA7BF5-884B-1BE9-98C1-7D6F59CE4411}"/>
          </ac:spMkLst>
        </pc:spChg>
        <pc:picChg chg="del">
          <ac:chgData name="Anang Prasetyo" userId="d2bf56b7-245b-438e-9310-f7cdc03e2f43" providerId="ADAL" clId="{E334CAC2-5D25-C440-867F-148A844E03D2}" dt="2023-12-18T13:21:52.700" v="304" actId="478"/>
          <ac:picMkLst>
            <pc:docMk/>
            <pc:sldMk cId="1065683874" sldId="305"/>
            <ac:picMk id="4" creationId="{4197D336-7577-4ACA-4E7F-9B9EAB69BCE9}"/>
          </ac:picMkLst>
        </pc:picChg>
        <pc:picChg chg="add mod">
          <ac:chgData name="Anang Prasetyo" userId="d2bf56b7-245b-438e-9310-f7cdc03e2f43" providerId="ADAL" clId="{E334CAC2-5D25-C440-867F-148A844E03D2}" dt="2023-12-18T13:22:13.505" v="310" actId="1076"/>
          <ac:picMkLst>
            <pc:docMk/>
            <pc:sldMk cId="1065683874" sldId="305"/>
            <ac:picMk id="5" creationId="{EB70C31D-C864-00ED-9909-79B2B1698DBE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22:58.701" v="319" actId="20577"/>
        <pc:sldMkLst>
          <pc:docMk/>
          <pc:sldMk cId="2581108323" sldId="306"/>
        </pc:sldMkLst>
        <pc:spChg chg="mod">
          <ac:chgData name="Anang Prasetyo" userId="d2bf56b7-245b-438e-9310-f7cdc03e2f43" providerId="ADAL" clId="{E334CAC2-5D25-C440-867F-148A844E03D2}" dt="2023-12-18T13:22:58.701" v="319" actId="20577"/>
          <ac:spMkLst>
            <pc:docMk/>
            <pc:sldMk cId="2581108323" sldId="306"/>
            <ac:spMk id="6" creationId="{8CBA7BF5-884B-1BE9-98C1-7D6F59CE4411}"/>
          </ac:spMkLst>
        </pc:spChg>
        <pc:spChg chg="add del">
          <ac:chgData name="Anang Prasetyo" userId="d2bf56b7-245b-438e-9310-f7cdc03e2f43" providerId="ADAL" clId="{E334CAC2-5D25-C440-867F-148A844E03D2}" dt="2023-12-18T13:22:41.544" v="314" actId="22"/>
          <ac:spMkLst>
            <pc:docMk/>
            <pc:sldMk cId="2581108323" sldId="306"/>
            <ac:spMk id="7" creationId="{411FCFC0-B4D9-C06D-60D9-0A8B2CAE091C}"/>
          </ac:spMkLst>
        </pc:spChg>
        <pc:picChg chg="del">
          <ac:chgData name="Anang Prasetyo" userId="d2bf56b7-245b-438e-9310-f7cdc03e2f43" providerId="ADAL" clId="{E334CAC2-5D25-C440-867F-148A844E03D2}" dt="2023-12-18T13:22:35.929" v="312" actId="478"/>
          <ac:picMkLst>
            <pc:docMk/>
            <pc:sldMk cId="2581108323" sldId="306"/>
            <ac:picMk id="5" creationId="{EB70C31D-C864-00ED-9909-79B2B1698DBE}"/>
          </ac:picMkLst>
        </pc:picChg>
        <pc:picChg chg="add mod">
          <ac:chgData name="Anang Prasetyo" userId="d2bf56b7-245b-438e-9310-f7cdc03e2f43" providerId="ADAL" clId="{E334CAC2-5D25-C440-867F-148A844E03D2}" dt="2023-12-18T13:22:50.393" v="317" actId="14100"/>
          <ac:picMkLst>
            <pc:docMk/>
            <pc:sldMk cId="2581108323" sldId="306"/>
            <ac:picMk id="8" creationId="{585F612F-A984-3341-431B-9752AFF0B066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23:27.531" v="326" actId="20577"/>
        <pc:sldMkLst>
          <pc:docMk/>
          <pc:sldMk cId="3426820047" sldId="307"/>
        </pc:sldMkLst>
        <pc:spChg chg="mod">
          <ac:chgData name="Anang Prasetyo" userId="d2bf56b7-245b-438e-9310-f7cdc03e2f43" providerId="ADAL" clId="{E334CAC2-5D25-C440-867F-148A844E03D2}" dt="2023-12-18T13:23:27.531" v="326" actId="20577"/>
          <ac:spMkLst>
            <pc:docMk/>
            <pc:sldMk cId="3426820047" sldId="307"/>
            <ac:spMk id="6" creationId="{8CBA7BF5-884B-1BE9-98C1-7D6F59CE4411}"/>
          </ac:spMkLst>
        </pc:spChg>
        <pc:picChg chg="add mod">
          <ac:chgData name="Anang Prasetyo" userId="d2bf56b7-245b-438e-9310-f7cdc03e2f43" providerId="ADAL" clId="{E334CAC2-5D25-C440-867F-148A844E03D2}" dt="2023-12-18T13:23:17.978" v="324" actId="14100"/>
          <ac:picMkLst>
            <pc:docMk/>
            <pc:sldMk cId="3426820047" sldId="307"/>
            <ac:picMk id="4" creationId="{265630D7-C27F-2AA9-02A8-528A7A90372A}"/>
          </ac:picMkLst>
        </pc:picChg>
        <pc:picChg chg="del">
          <ac:chgData name="Anang Prasetyo" userId="d2bf56b7-245b-438e-9310-f7cdc03e2f43" providerId="ADAL" clId="{E334CAC2-5D25-C440-867F-148A844E03D2}" dt="2023-12-18T13:23:08.428" v="321" actId="478"/>
          <ac:picMkLst>
            <pc:docMk/>
            <pc:sldMk cId="3426820047" sldId="307"/>
            <ac:picMk id="8" creationId="{585F612F-A984-3341-431B-9752AFF0B066}"/>
          </ac:picMkLst>
        </pc:picChg>
      </pc:sldChg>
      <pc:sldChg chg="addSp modSp add mod ord">
        <pc:chgData name="Anang Prasetyo" userId="d2bf56b7-245b-438e-9310-f7cdc03e2f43" providerId="ADAL" clId="{E334CAC2-5D25-C440-867F-148A844E03D2}" dt="2023-12-18T13:25:56.679" v="379" actId="14100"/>
        <pc:sldMkLst>
          <pc:docMk/>
          <pc:sldMk cId="1323680353" sldId="308"/>
        </pc:sldMkLst>
        <pc:spChg chg="mod">
          <ac:chgData name="Anang Prasetyo" userId="d2bf56b7-245b-438e-9310-f7cdc03e2f43" providerId="ADAL" clId="{E334CAC2-5D25-C440-867F-148A844E03D2}" dt="2023-12-18T13:25:28.591" v="368" actId="20577"/>
          <ac:spMkLst>
            <pc:docMk/>
            <pc:sldMk cId="1323680353" sldId="308"/>
            <ac:spMk id="3" creationId="{0BBB728F-003C-7D1E-53EE-5CB26723A9D1}"/>
          </ac:spMkLst>
        </pc:spChg>
        <pc:spChg chg="mod">
          <ac:chgData name="Anang Prasetyo" userId="d2bf56b7-245b-438e-9310-f7cdc03e2f43" providerId="ADAL" clId="{E334CAC2-5D25-C440-867F-148A844E03D2}" dt="2023-12-18T13:25:49.335" v="376" actId="1076"/>
          <ac:spMkLst>
            <pc:docMk/>
            <pc:sldMk cId="1323680353" sldId="308"/>
            <ac:spMk id="6" creationId="{8CBA7BF5-884B-1BE9-98C1-7D6F59CE4411}"/>
          </ac:spMkLst>
        </pc:spChg>
        <pc:picChg chg="add mod">
          <ac:chgData name="Anang Prasetyo" userId="d2bf56b7-245b-438e-9310-f7cdc03e2f43" providerId="ADAL" clId="{E334CAC2-5D25-C440-867F-148A844E03D2}" dt="2023-12-18T13:25:56.679" v="379" actId="14100"/>
          <ac:picMkLst>
            <pc:docMk/>
            <pc:sldMk cId="1323680353" sldId="308"/>
            <ac:picMk id="4" creationId="{D589A438-2589-217D-CCC9-802D58AD7B16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26:23.197" v="386" actId="1076"/>
        <pc:sldMkLst>
          <pc:docMk/>
          <pc:sldMk cId="3023339079" sldId="309"/>
        </pc:sldMkLst>
        <pc:spChg chg="mod">
          <ac:chgData name="Anang Prasetyo" userId="d2bf56b7-245b-438e-9310-f7cdc03e2f43" providerId="ADAL" clId="{E334CAC2-5D25-C440-867F-148A844E03D2}" dt="2023-12-18T13:26:09.566" v="381"/>
          <ac:spMkLst>
            <pc:docMk/>
            <pc:sldMk cId="3023339079" sldId="309"/>
            <ac:spMk id="6" creationId="{8CBA7BF5-884B-1BE9-98C1-7D6F59CE4411}"/>
          </ac:spMkLst>
        </pc:spChg>
        <pc:picChg chg="del">
          <ac:chgData name="Anang Prasetyo" userId="d2bf56b7-245b-438e-9310-f7cdc03e2f43" providerId="ADAL" clId="{E334CAC2-5D25-C440-867F-148A844E03D2}" dt="2023-12-18T13:26:13.411" v="382" actId="478"/>
          <ac:picMkLst>
            <pc:docMk/>
            <pc:sldMk cId="3023339079" sldId="309"/>
            <ac:picMk id="4" creationId="{D589A438-2589-217D-CCC9-802D58AD7B16}"/>
          </ac:picMkLst>
        </pc:picChg>
        <pc:picChg chg="add mod">
          <ac:chgData name="Anang Prasetyo" userId="d2bf56b7-245b-438e-9310-f7cdc03e2f43" providerId="ADAL" clId="{E334CAC2-5D25-C440-867F-148A844E03D2}" dt="2023-12-18T13:26:23.197" v="386" actId="1076"/>
          <ac:picMkLst>
            <pc:docMk/>
            <pc:sldMk cId="3023339079" sldId="309"/>
            <ac:picMk id="5" creationId="{A6D382AA-0A42-AAF7-8289-D072EACD38BF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26:58.319" v="396" actId="14100"/>
        <pc:sldMkLst>
          <pc:docMk/>
          <pc:sldMk cId="1169302211" sldId="310"/>
        </pc:sldMkLst>
        <pc:spChg chg="mod">
          <ac:chgData name="Anang Prasetyo" userId="d2bf56b7-245b-438e-9310-f7cdc03e2f43" providerId="ADAL" clId="{E334CAC2-5D25-C440-867F-148A844E03D2}" dt="2023-12-18T13:26:48.235" v="391" actId="20577"/>
          <ac:spMkLst>
            <pc:docMk/>
            <pc:sldMk cId="1169302211" sldId="310"/>
            <ac:spMk id="6" creationId="{8CBA7BF5-884B-1BE9-98C1-7D6F59CE4411}"/>
          </ac:spMkLst>
        </pc:spChg>
        <pc:picChg chg="add mod">
          <ac:chgData name="Anang Prasetyo" userId="d2bf56b7-245b-438e-9310-f7cdc03e2f43" providerId="ADAL" clId="{E334CAC2-5D25-C440-867F-148A844E03D2}" dt="2023-12-18T13:26:58.319" v="396" actId="14100"/>
          <ac:picMkLst>
            <pc:docMk/>
            <pc:sldMk cId="1169302211" sldId="310"/>
            <ac:picMk id="4" creationId="{10C1F276-D8B1-1119-2A29-0FEE032356DA}"/>
          </ac:picMkLst>
        </pc:picChg>
        <pc:picChg chg="del">
          <ac:chgData name="Anang Prasetyo" userId="d2bf56b7-245b-438e-9310-f7cdc03e2f43" providerId="ADAL" clId="{E334CAC2-5D25-C440-867F-148A844E03D2}" dt="2023-12-18T13:26:49.481" v="392" actId="478"/>
          <ac:picMkLst>
            <pc:docMk/>
            <pc:sldMk cId="1169302211" sldId="310"/>
            <ac:picMk id="5" creationId="{A6D382AA-0A42-AAF7-8289-D072EACD38BF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27:47.983" v="402"/>
        <pc:sldMkLst>
          <pc:docMk/>
          <pc:sldMk cId="1740825823" sldId="311"/>
        </pc:sldMkLst>
        <pc:spChg chg="mod">
          <ac:chgData name="Anang Prasetyo" userId="d2bf56b7-245b-438e-9310-f7cdc03e2f43" providerId="ADAL" clId="{E334CAC2-5D25-C440-867F-148A844E03D2}" dt="2023-12-18T13:27:47.983" v="402"/>
          <ac:spMkLst>
            <pc:docMk/>
            <pc:sldMk cId="1740825823" sldId="311"/>
            <ac:spMk id="6" creationId="{8CBA7BF5-884B-1BE9-98C1-7D6F59CE4411}"/>
          </ac:spMkLst>
        </pc:spChg>
        <pc:picChg chg="del">
          <ac:chgData name="Anang Prasetyo" userId="d2bf56b7-245b-438e-9310-f7cdc03e2f43" providerId="ADAL" clId="{E334CAC2-5D25-C440-867F-148A844E03D2}" dt="2023-12-18T13:27:35.764" v="398" actId="478"/>
          <ac:picMkLst>
            <pc:docMk/>
            <pc:sldMk cId="1740825823" sldId="311"/>
            <ac:picMk id="4" creationId="{10C1F276-D8B1-1119-2A29-0FEE032356DA}"/>
          </ac:picMkLst>
        </pc:picChg>
        <pc:picChg chg="add mod">
          <ac:chgData name="Anang Prasetyo" userId="d2bf56b7-245b-438e-9310-f7cdc03e2f43" providerId="ADAL" clId="{E334CAC2-5D25-C440-867F-148A844E03D2}" dt="2023-12-18T13:27:41.068" v="401" actId="14100"/>
          <ac:picMkLst>
            <pc:docMk/>
            <pc:sldMk cId="1740825823" sldId="311"/>
            <ac:picMk id="5" creationId="{BF5620EE-D288-A69A-7C4A-21DCF0189F88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28:26.466" v="415" actId="1036"/>
        <pc:sldMkLst>
          <pc:docMk/>
          <pc:sldMk cId="1797200003" sldId="312"/>
        </pc:sldMkLst>
        <pc:spChg chg="mod">
          <ac:chgData name="Anang Prasetyo" userId="d2bf56b7-245b-438e-9310-f7cdc03e2f43" providerId="ADAL" clId="{E334CAC2-5D25-C440-867F-148A844E03D2}" dt="2023-12-18T13:28:22.744" v="412"/>
          <ac:spMkLst>
            <pc:docMk/>
            <pc:sldMk cId="1797200003" sldId="312"/>
            <ac:spMk id="6" creationId="{8CBA7BF5-884B-1BE9-98C1-7D6F59CE4411}"/>
          </ac:spMkLst>
        </pc:spChg>
        <pc:picChg chg="add mod">
          <ac:chgData name="Anang Prasetyo" userId="d2bf56b7-245b-438e-9310-f7cdc03e2f43" providerId="ADAL" clId="{E334CAC2-5D25-C440-867F-148A844E03D2}" dt="2023-12-18T13:28:26.466" v="415" actId="1036"/>
          <ac:picMkLst>
            <pc:docMk/>
            <pc:sldMk cId="1797200003" sldId="312"/>
            <ac:picMk id="4" creationId="{1E833138-3F19-C0AB-95D5-367AD5570B6B}"/>
          </ac:picMkLst>
        </pc:picChg>
        <pc:picChg chg="del">
          <ac:chgData name="Anang Prasetyo" userId="d2bf56b7-245b-438e-9310-f7cdc03e2f43" providerId="ADAL" clId="{E334CAC2-5D25-C440-867F-148A844E03D2}" dt="2023-12-18T13:28:02.110" v="404" actId="478"/>
          <ac:picMkLst>
            <pc:docMk/>
            <pc:sldMk cId="1797200003" sldId="312"/>
            <ac:picMk id="5" creationId="{BF5620EE-D288-A69A-7C4A-21DCF0189F88}"/>
          </ac:picMkLst>
        </pc:picChg>
      </pc:sldChg>
      <pc:sldChg chg="addSp delSp modSp add mod">
        <pc:chgData name="Anang Prasetyo" userId="d2bf56b7-245b-438e-9310-f7cdc03e2f43" providerId="ADAL" clId="{E334CAC2-5D25-C440-867F-148A844E03D2}" dt="2023-12-18T13:28:49.973" v="423" actId="14100"/>
        <pc:sldMkLst>
          <pc:docMk/>
          <pc:sldMk cId="202468695" sldId="313"/>
        </pc:sldMkLst>
        <pc:spChg chg="del">
          <ac:chgData name="Anang Prasetyo" userId="d2bf56b7-245b-438e-9310-f7cdc03e2f43" providerId="ADAL" clId="{E334CAC2-5D25-C440-867F-148A844E03D2}" dt="2023-12-18T13:28:44.906" v="421" actId="478"/>
          <ac:spMkLst>
            <pc:docMk/>
            <pc:sldMk cId="202468695" sldId="313"/>
            <ac:spMk id="6" creationId="{8CBA7BF5-884B-1BE9-98C1-7D6F59CE4411}"/>
          </ac:spMkLst>
        </pc:spChg>
        <pc:spChg chg="add del mod">
          <ac:chgData name="Anang Prasetyo" userId="d2bf56b7-245b-438e-9310-f7cdc03e2f43" providerId="ADAL" clId="{E334CAC2-5D25-C440-867F-148A844E03D2}" dt="2023-12-18T13:28:47.309" v="422" actId="478"/>
          <ac:spMkLst>
            <pc:docMk/>
            <pc:sldMk cId="202468695" sldId="313"/>
            <ac:spMk id="8" creationId="{BC2E340B-1957-1C20-E21B-58435E64C104}"/>
          </ac:spMkLst>
        </pc:spChg>
        <pc:picChg chg="del">
          <ac:chgData name="Anang Prasetyo" userId="d2bf56b7-245b-438e-9310-f7cdc03e2f43" providerId="ADAL" clId="{E334CAC2-5D25-C440-867F-148A844E03D2}" dt="2023-12-18T13:28:36.759" v="417" actId="478"/>
          <ac:picMkLst>
            <pc:docMk/>
            <pc:sldMk cId="202468695" sldId="313"/>
            <ac:picMk id="4" creationId="{1E833138-3F19-C0AB-95D5-367AD5570B6B}"/>
          </ac:picMkLst>
        </pc:picChg>
        <pc:picChg chg="add mod">
          <ac:chgData name="Anang Prasetyo" userId="d2bf56b7-245b-438e-9310-f7cdc03e2f43" providerId="ADAL" clId="{E334CAC2-5D25-C440-867F-148A844E03D2}" dt="2023-12-18T13:28:49.973" v="423" actId="14100"/>
          <ac:picMkLst>
            <pc:docMk/>
            <pc:sldMk cId="202468695" sldId="313"/>
            <ac:picMk id="5" creationId="{21BE7D57-56BF-CC85-934D-4DE3197CBC2A}"/>
          </ac:picMkLst>
        </pc:picChg>
      </pc:sldChg>
      <pc:sldChg chg="modSp add mod">
        <pc:chgData name="Anang Prasetyo" userId="d2bf56b7-245b-438e-9310-f7cdc03e2f43" providerId="ADAL" clId="{E334CAC2-5D25-C440-867F-148A844E03D2}" dt="2023-12-19T02:48:18.659" v="494" actId="179"/>
        <pc:sldMkLst>
          <pc:docMk/>
          <pc:sldMk cId="3525347378" sldId="314"/>
        </pc:sldMkLst>
        <pc:spChg chg="mod">
          <ac:chgData name="Anang Prasetyo" userId="d2bf56b7-245b-438e-9310-f7cdc03e2f43" providerId="ADAL" clId="{E334CAC2-5D25-C440-867F-148A844E03D2}" dt="2023-12-19T02:48:18.659" v="494" actId="179"/>
          <ac:spMkLst>
            <pc:docMk/>
            <pc:sldMk cId="3525347378" sldId="314"/>
            <ac:spMk id="7" creationId="{ABEDBFB7-134F-36FB-A892-C6DFA0930D48}"/>
          </ac:spMkLst>
        </pc:spChg>
      </pc:sldChg>
      <pc:sldChg chg="modSp add mod">
        <pc:chgData name="Anang Prasetyo" userId="d2bf56b7-245b-438e-9310-f7cdc03e2f43" providerId="ADAL" clId="{E334CAC2-5D25-C440-867F-148A844E03D2}" dt="2023-12-19T02:49:02.520" v="504" actId="20577"/>
        <pc:sldMkLst>
          <pc:docMk/>
          <pc:sldMk cId="2397817816" sldId="315"/>
        </pc:sldMkLst>
        <pc:spChg chg="mod">
          <ac:chgData name="Anang Prasetyo" userId="d2bf56b7-245b-438e-9310-f7cdc03e2f43" providerId="ADAL" clId="{E334CAC2-5D25-C440-867F-148A844E03D2}" dt="2023-12-19T02:49:02.520" v="504" actId="20577"/>
          <ac:spMkLst>
            <pc:docMk/>
            <pc:sldMk cId="2397817816" sldId="315"/>
            <ac:spMk id="7" creationId="{ABEDBFB7-134F-36FB-A892-C6DFA0930D48}"/>
          </ac:spMkLst>
        </pc:spChg>
      </pc:sldChg>
    </pc:docChg>
  </pc:docChgLst>
  <pc:docChgLst>
    <pc:chgData name="Anang Prasetyo" userId="d2bf56b7-245b-438e-9310-f7cdc03e2f43" providerId="ADAL" clId="{26A0665F-4D35-D949-81B0-3D0B5B09A0F4}"/>
    <pc:docChg chg="undo custSel addSld delSld modSld">
      <pc:chgData name="Anang Prasetyo" userId="d2bf56b7-245b-438e-9310-f7cdc03e2f43" providerId="ADAL" clId="{26A0665F-4D35-D949-81B0-3D0B5B09A0F4}" dt="2023-11-21T02:35:04.798" v="206" actId="20577"/>
      <pc:docMkLst>
        <pc:docMk/>
      </pc:docMkLst>
      <pc:sldChg chg="modSp mod">
        <pc:chgData name="Anang Prasetyo" userId="d2bf56b7-245b-438e-9310-f7cdc03e2f43" providerId="ADAL" clId="{26A0665F-4D35-D949-81B0-3D0B5B09A0F4}" dt="2023-11-20T03:53:15.892" v="4" actId="20577"/>
        <pc:sldMkLst>
          <pc:docMk/>
          <pc:sldMk cId="3807564589" sldId="256"/>
        </pc:sldMkLst>
        <pc:spChg chg="mod">
          <ac:chgData name="Anang Prasetyo" userId="d2bf56b7-245b-438e-9310-f7cdc03e2f43" providerId="ADAL" clId="{26A0665F-4D35-D949-81B0-3D0B5B09A0F4}" dt="2023-11-20T03:53:15.892" v="4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Anang Prasetyo" userId="d2bf56b7-245b-438e-9310-f7cdc03e2f43" providerId="ADAL" clId="{26A0665F-4D35-D949-81B0-3D0B5B09A0F4}" dt="2023-11-20T03:53:12.996" v="2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Anang Prasetyo" userId="d2bf56b7-245b-438e-9310-f7cdc03e2f43" providerId="ADAL" clId="{26A0665F-4D35-D949-81B0-3D0B5B09A0F4}" dt="2023-11-20T03:55:28.360" v="141" actId="20577"/>
        <pc:sldMkLst>
          <pc:docMk/>
          <pc:sldMk cId="831332263" sldId="258"/>
        </pc:sldMkLst>
        <pc:spChg chg="mod">
          <ac:chgData name="Anang Prasetyo" userId="d2bf56b7-245b-438e-9310-f7cdc03e2f43" providerId="ADAL" clId="{26A0665F-4D35-D949-81B0-3D0B5B09A0F4}" dt="2023-11-20T03:55:28.360" v="141" actId="20577"/>
          <ac:spMkLst>
            <pc:docMk/>
            <pc:sldMk cId="831332263" sldId="258"/>
            <ac:spMk id="7" creationId="{B72F2271-82AB-6F97-54DB-48887070E4FE}"/>
          </ac:spMkLst>
        </pc:spChg>
      </pc:sldChg>
      <pc:sldChg chg="modSp mod">
        <pc:chgData name="Anang Prasetyo" userId="d2bf56b7-245b-438e-9310-f7cdc03e2f43" providerId="ADAL" clId="{26A0665F-4D35-D949-81B0-3D0B5B09A0F4}" dt="2023-11-20T04:06:19.248" v="186" actId="20577"/>
        <pc:sldMkLst>
          <pc:docMk/>
          <pc:sldMk cId="109916884" sldId="259"/>
        </pc:sldMkLst>
        <pc:spChg chg="mod">
          <ac:chgData name="Anang Prasetyo" userId="d2bf56b7-245b-438e-9310-f7cdc03e2f43" providerId="ADAL" clId="{26A0665F-4D35-D949-81B0-3D0B5B09A0F4}" dt="2023-11-20T04:06:16.320" v="183" actId="20577"/>
          <ac:spMkLst>
            <pc:docMk/>
            <pc:sldMk cId="109916884" sldId="259"/>
            <ac:spMk id="2" creationId="{AB6F138F-EFD5-E641-E70A-BB214EFF136D}"/>
          </ac:spMkLst>
        </pc:spChg>
        <pc:spChg chg="mod">
          <ac:chgData name="Anang Prasetyo" userId="d2bf56b7-245b-438e-9310-f7cdc03e2f43" providerId="ADAL" clId="{26A0665F-4D35-D949-81B0-3D0B5B09A0F4}" dt="2023-11-20T04:06:19.248" v="186" actId="20577"/>
          <ac:spMkLst>
            <pc:docMk/>
            <pc:sldMk cId="109916884" sldId="259"/>
            <ac:spMk id="3" creationId="{0BBB728F-003C-7D1E-53EE-5CB26723A9D1}"/>
          </ac:spMkLst>
        </pc:spChg>
      </pc:sldChg>
      <pc:sldChg chg="del">
        <pc:chgData name="Anang Prasetyo" userId="d2bf56b7-245b-438e-9310-f7cdc03e2f43" providerId="ADAL" clId="{26A0665F-4D35-D949-81B0-3D0B5B09A0F4}" dt="2023-11-20T04:00:44.214" v="146" actId="2696"/>
        <pc:sldMkLst>
          <pc:docMk/>
          <pc:sldMk cId="32653172" sldId="261"/>
        </pc:sldMkLst>
      </pc:sldChg>
      <pc:sldChg chg="modSp del mod">
        <pc:chgData name="Anang Prasetyo" userId="d2bf56b7-245b-438e-9310-f7cdc03e2f43" providerId="ADAL" clId="{26A0665F-4D35-D949-81B0-3D0B5B09A0F4}" dt="2023-11-20T04:00:44.475" v="147" actId="2696"/>
        <pc:sldMkLst>
          <pc:docMk/>
          <pc:sldMk cId="2390524146" sldId="262"/>
        </pc:sldMkLst>
        <pc:picChg chg="mod">
          <ac:chgData name="Anang Prasetyo" userId="d2bf56b7-245b-438e-9310-f7cdc03e2f43" providerId="ADAL" clId="{26A0665F-4D35-D949-81B0-3D0B5B09A0F4}" dt="2023-11-20T04:00:37.400" v="145" actId="1076"/>
          <ac:picMkLst>
            <pc:docMk/>
            <pc:sldMk cId="2390524146" sldId="262"/>
            <ac:picMk id="4" creationId="{D9E66505-98AE-5244-D656-A39D8A4945A9}"/>
          </ac:picMkLst>
        </pc:picChg>
      </pc:sldChg>
      <pc:sldChg chg="del">
        <pc:chgData name="Anang Prasetyo" userId="d2bf56b7-245b-438e-9310-f7cdc03e2f43" providerId="ADAL" clId="{26A0665F-4D35-D949-81B0-3D0B5B09A0F4}" dt="2023-11-20T04:00:44.913" v="149" actId="2696"/>
        <pc:sldMkLst>
          <pc:docMk/>
          <pc:sldMk cId="2250178499" sldId="263"/>
        </pc:sldMkLst>
      </pc:sldChg>
      <pc:sldChg chg="modSp mod">
        <pc:chgData name="Anang Prasetyo" userId="d2bf56b7-245b-438e-9310-f7cdc03e2f43" providerId="ADAL" clId="{26A0665F-4D35-D949-81B0-3D0B5B09A0F4}" dt="2023-11-20T04:06:47.961" v="192"/>
        <pc:sldMkLst>
          <pc:docMk/>
          <pc:sldMk cId="1006904840" sldId="265"/>
        </pc:sldMkLst>
        <pc:spChg chg="mod">
          <ac:chgData name="Anang Prasetyo" userId="d2bf56b7-245b-438e-9310-f7cdc03e2f43" providerId="ADAL" clId="{26A0665F-4D35-D949-81B0-3D0B5B09A0F4}" dt="2023-11-20T04:06:47.961" v="192"/>
          <ac:spMkLst>
            <pc:docMk/>
            <pc:sldMk cId="1006904840" sldId="265"/>
            <ac:spMk id="2" creationId="{AB6F138F-EFD5-E641-E70A-BB214EFF136D}"/>
          </ac:spMkLst>
        </pc:spChg>
      </pc:sldChg>
      <pc:sldChg chg="del">
        <pc:chgData name="Anang Prasetyo" userId="d2bf56b7-245b-438e-9310-f7cdc03e2f43" providerId="ADAL" clId="{26A0665F-4D35-D949-81B0-3D0B5B09A0F4}" dt="2023-11-20T03:58:45.736" v="143" actId="2696"/>
        <pc:sldMkLst>
          <pc:docMk/>
          <pc:sldMk cId="2029188538" sldId="266"/>
        </pc:sldMkLst>
      </pc:sldChg>
      <pc:sldChg chg="del">
        <pc:chgData name="Anang Prasetyo" userId="d2bf56b7-245b-438e-9310-f7cdc03e2f43" providerId="ADAL" clId="{26A0665F-4D35-D949-81B0-3D0B5B09A0F4}" dt="2023-11-20T03:58:45.074" v="142" actId="2696"/>
        <pc:sldMkLst>
          <pc:docMk/>
          <pc:sldMk cId="188861292" sldId="267"/>
        </pc:sldMkLst>
      </pc:sldChg>
      <pc:sldChg chg="del">
        <pc:chgData name="Anang Prasetyo" userId="d2bf56b7-245b-438e-9310-f7cdc03e2f43" providerId="ADAL" clId="{26A0665F-4D35-D949-81B0-3D0B5B09A0F4}" dt="2023-11-20T04:00:44.731" v="148" actId="2696"/>
        <pc:sldMkLst>
          <pc:docMk/>
          <pc:sldMk cId="2823807348" sldId="268"/>
        </pc:sldMkLst>
      </pc:sldChg>
      <pc:sldChg chg="del">
        <pc:chgData name="Anang Prasetyo" userId="d2bf56b7-245b-438e-9310-f7cdc03e2f43" providerId="ADAL" clId="{26A0665F-4D35-D949-81B0-3D0B5B09A0F4}" dt="2023-11-20T04:00:45.228" v="150" actId="2696"/>
        <pc:sldMkLst>
          <pc:docMk/>
          <pc:sldMk cId="1765492367" sldId="269"/>
        </pc:sldMkLst>
      </pc:sldChg>
      <pc:sldChg chg="del">
        <pc:chgData name="Anang Prasetyo" userId="d2bf56b7-245b-438e-9310-f7cdc03e2f43" providerId="ADAL" clId="{26A0665F-4D35-D949-81B0-3D0B5B09A0F4}" dt="2023-11-20T04:00:46.014" v="152" actId="2696"/>
        <pc:sldMkLst>
          <pc:docMk/>
          <pc:sldMk cId="3705376849" sldId="270"/>
        </pc:sldMkLst>
      </pc:sldChg>
      <pc:sldChg chg="del">
        <pc:chgData name="Anang Prasetyo" userId="d2bf56b7-245b-438e-9310-f7cdc03e2f43" providerId="ADAL" clId="{26A0665F-4D35-D949-81B0-3D0B5B09A0F4}" dt="2023-11-20T04:01:04.219" v="160" actId="2696"/>
        <pc:sldMkLst>
          <pc:docMk/>
          <pc:sldMk cId="1199355925" sldId="276"/>
        </pc:sldMkLst>
      </pc:sldChg>
      <pc:sldChg chg="del">
        <pc:chgData name="Anang Prasetyo" userId="d2bf56b7-245b-438e-9310-f7cdc03e2f43" providerId="ADAL" clId="{26A0665F-4D35-D949-81B0-3D0B5B09A0F4}" dt="2023-11-20T04:01:14.766" v="161" actId="2696"/>
        <pc:sldMkLst>
          <pc:docMk/>
          <pc:sldMk cId="1757698490" sldId="277"/>
        </pc:sldMkLst>
      </pc:sldChg>
      <pc:sldChg chg="del">
        <pc:chgData name="Anang Prasetyo" userId="d2bf56b7-245b-438e-9310-f7cdc03e2f43" providerId="ADAL" clId="{26A0665F-4D35-D949-81B0-3D0B5B09A0F4}" dt="2023-11-20T04:00:45.505" v="151" actId="2696"/>
        <pc:sldMkLst>
          <pc:docMk/>
          <pc:sldMk cId="2398791192" sldId="278"/>
        </pc:sldMkLst>
      </pc:sldChg>
      <pc:sldChg chg="del">
        <pc:chgData name="Anang Prasetyo" userId="d2bf56b7-245b-438e-9310-f7cdc03e2f43" providerId="ADAL" clId="{26A0665F-4D35-D949-81B0-3D0B5B09A0F4}" dt="2023-11-20T04:00:49.728" v="153" actId="2696"/>
        <pc:sldMkLst>
          <pc:docMk/>
          <pc:sldMk cId="2893939698" sldId="279"/>
        </pc:sldMkLst>
      </pc:sldChg>
      <pc:sldChg chg="del">
        <pc:chgData name="Anang Prasetyo" userId="d2bf56b7-245b-438e-9310-f7cdc03e2f43" providerId="ADAL" clId="{26A0665F-4D35-D949-81B0-3D0B5B09A0F4}" dt="2023-11-20T04:00:50.167" v="154" actId="2696"/>
        <pc:sldMkLst>
          <pc:docMk/>
          <pc:sldMk cId="2526582935" sldId="280"/>
        </pc:sldMkLst>
      </pc:sldChg>
      <pc:sldChg chg="del">
        <pc:chgData name="Anang Prasetyo" userId="d2bf56b7-245b-438e-9310-f7cdc03e2f43" providerId="ADAL" clId="{26A0665F-4D35-D949-81B0-3D0B5B09A0F4}" dt="2023-11-20T04:00:50.754" v="155" actId="2696"/>
        <pc:sldMkLst>
          <pc:docMk/>
          <pc:sldMk cId="3999047856" sldId="283"/>
        </pc:sldMkLst>
      </pc:sldChg>
      <pc:sldChg chg="del">
        <pc:chgData name="Anang Prasetyo" userId="d2bf56b7-245b-438e-9310-f7cdc03e2f43" providerId="ADAL" clId="{26A0665F-4D35-D949-81B0-3D0B5B09A0F4}" dt="2023-11-20T04:00:52.444" v="158" actId="2696"/>
        <pc:sldMkLst>
          <pc:docMk/>
          <pc:sldMk cId="1273332637" sldId="284"/>
        </pc:sldMkLst>
      </pc:sldChg>
      <pc:sldChg chg="del">
        <pc:chgData name="Anang Prasetyo" userId="d2bf56b7-245b-438e-9310-f7cdc03e2f43" providerId="ADAL" clId="{26A0665F-4D35-D949-81B0-3D0B5B09A0F4}" dt="2023-11-20T04:00:51.791" v="157" actId="2696"/>
        <pc:sldMkLst>
          <pc:docMk/>
          <pc:sldMk cId="1046227490" sldId="285"/>
        </pc:sldMkLst>
      </pc:sldChg>
      <pc:sldChg chg="del">
        <pc:chgData name="Anang Prasetyo" userId="d2bf56b7-245b-438e-9310-f7cdc03e2f43" providerId="ADAL" clId="{26A0665F-4D35-D949-81B0-3D0B5B09A0F4}" dt="2023-11-20T04:00:51.300" v="156" actId="2696"/>
        <pc:sldMkLst>
          <pc:docMk/>
          <pc:sldMk cId="1220841026" sldId="286"/>
        </pc:sldMkLst>
      </pc:sldChg>
      <pc:sldChg chg="del">
        <pc:chgData name="Anang Prasetyo" userId="d2bf56b7-245b-438e-9310-f7cdc03e2f43" providerId="ADAL" clId="{26A0665F-4D35-D949-81B0-3D0B5B09A0F4}" dt="2023-11-20T04:00:53.199" v="159" actId="2696"/>
        <pc:sldMkLst>
          <pc:docMk/>
          <pc:sldMk cId="3277284890" sldId="288"/>
        </pc:sldMkLst>
      </pc:sldChg>
      <pc:sldChg chg="modSp add mod">
        <pc:chgData name="Anang Prasetyo" userId="d2bf56b7-245b-438e-9310-f7cdc03e2f43" providerId="ADAL" clId="{26A0665F-4D35-D949-81B0-3D0B5B09A0F4}" dt="2023-11-21T02:34:33.107" v="195"/>
        <pc:sldMkLst>
          <pc:docMk/>
          <pc:sldMk cId="1996746622" sldId="290"/>
        </pc:sldMkLst>
        <pc:spChg chg="mod">
          <ac:chgData name="Anang Prasetyo" userId="d2bf56b7-245b-438e-9310-f7cdc03e2f43" providerId="ADAL" clId="{26A0665F-4D35-D949-81B0-3D0B5B09A0F4}" dt="2023-11-21T02:34:30.712" v="194"/>
          <ac:spMkLst>
            <pc:docMk/>
            <pc:sldMk cId="1996746622" sldId="290"/>
            <ac:spMk id="2" creationId="{AB6F138F-EFD5-E641-E70A-BB214EFF136D}"/>
          </ac:spMkLst>
        </pc:spChg>
        <pc:spChg chg="mod">
          <ac:chgData name="Anang Prasetyo" userId="d2bf56b7-245b-438e-9310-f7cdc03e2f43" providerId="ADAL" clId="{26A0665F-4D35-D949-81B0-3D0B5B09A0F4}" dt="2023-11-21T02:34:33.107" v="195"/>
          <ac:spMkLst>
            <pc:docMk/>
            <pc:sldMk cId="1996746622" sldId="290"/>
            <ac:spMk id="3" creationId="{0BBB728F-003C-7D1E-53EE-5CB26723A9D1}"/>
          </ac:spMkLst>
        </pc:spChg>
      </pc:sldChg>
      <pc:sldChg chg="modSp add mod">
        <pc:chgData name="Anang Prasetyo" userId="d2bf56b7-245b-438e-9310-f7cdc03e2f43" providerId="ADAL" clId="{26A0665F-4D35-D949-81B0-3D0B5B09A0F4}" dt="2023-11-21T02:34:40.983" v="197"/>
        <pc:sldMkLst>
          <pc:docMk/>
          <pc:sldMk cId="405455087" sldId="291"/>
        </pc:sldMkLst>
        <pc:spChg chg="mod">
          <ac:chgData name="Anang Prasetyo" userId="d2bf56b7-245b-438e-9310-f7cdc03e2f43" providerId="ADAL" clId="{26A0665F-4D35-D949-81B0-3D0B5B09A0F4}" dt="2023-11-21T02:34:40.983" v="197"/>
          <ac:spMkLst>
            <pc:docMk/>
            <pc:sldMk cId="405455087" sldId="291"/>
            <ac:spMk id="3" creationId="{0BBB728F-003C-7D1E-53EE-5CB26723A9D1}"/>
          </ac:spMkLst>
        </pc:spChg>
      </pc:sldChg>
      <pc:sldChg chg="modSp add mod">
        <pc:chgData name="Anang Prasetyo" userId="d2bf56b7-245b-438e-9310-f7cdc03e2f43" providerId="ADAL" clId="{26A0665F-4D35-D949-81B0-3D0B5B09A0F4}" dt="2023-11-21T02:35:04.798" v="206" actId="20577"/>
        <pc:sldMkLst>
          <pc:docMk/>
          <pc:sldMk cId="1161241905" sldId="292"/>
        </pc:sldMkLst>
        <pc:spChg chg="mod">
          <ac:chgData name="Anang Prasetyo" userId="d2bf56b7-245b-438e-9310-f7cdc03e2f43" providerId="ADAL" clId="{26A0665F-4D35-D949-81B0-3D0B5B09A0F4}" dt="2023-11-21T02:34:57.584" v="199"/>
          <ac:spMkLst>
            <pc:docMk/>
            <pc:sldMk cId="1161241905" sldId="292"/>
            <ac:spMk id="2" creationId="{AB6F138F-EFD5-E641-E70A-BB214EFF136D}"/>
          </ac:spMkLst>
        </pc:spChg>
        <pc:spChg chg="mod">
          <ac:chgData name="Anang Prasetyo" userId="d2bf56b7-245b-438e-9310-f7cdc03e2f43" providerId="ADAL" clId="{26A0665F-4D35-D949-81B0-3D0B5B09A0F4}" dt="2023-11-21T02:35:04.798" v="206" actId="20577"/>
          <ac:spMkLst>
            <pc:docMk/>
            <pc:sldMk cId="1161241905" sldId="292"/>
            <ac:spMk id="3" creationId="{0BBB728F-003C-7D1E-53EE-5CB26723A9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36999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576580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82182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032169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2483734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571643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86044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805493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254572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902078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398993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162507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3088275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4634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51224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6789765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4417610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99768664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6296544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51597590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08328667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889645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0275600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9573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/>
              <a:t>Session 23 &amp; 25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Anang</a:t>
            </a:r>
            <a:r>
              <a:rPr lang="en-US" dirty="0"/>
              <a:t> </a:t>
            </a:r>
            <a:r>
              <a:rPr lang="en-US" dirty="0" err="1"/>
              <a:t>Prasetyo</a:t>
            </a:r>
            <a:r>
              <a:rPr lang="en-US" dirty="0"/>
              <a:t>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/>
          </a:bodyPr>
          <a:lstStyle/>
          <a:p>
            <a:pPr marL="504000" indent="-504000"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able to: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 1: Explain the concept of data structures and its usage in Computer Science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 2: Illustrate any learned data structure and its usage in application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 3: Apply data structures using C</a:t>
            </a:r>
          </a:p>
          <a:p>
            <a:pPr marL="504000" indent="-504000"/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30D7-DA68-5FF5-7C87-919FCB4B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21379-DAD4-41FF-E6CF-AFF10E6CEC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72F2271-82AB-6F97-54DB-48887070E4F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/>
          </a:bodyPr>
          <a:lstStyle/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Concept &amp; Application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Property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2-3 Tree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Operations: Search, Insert, Delete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Order 4 &amp; 5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Order 4 &amp; 5 Operations</a:t>
            </a:r>
          </a:p>
          <a:p>
            <a:pPr marL="504000" indent="-504000"/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33226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CONCEPT &amp;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/>
          </a:bodyPr>
          <a:lstStyle/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is defined as a data structure that facilitates faster access of data that are stored in the secondary memory by creating and using </a:t>
            </a:r>
            <a:r>
              <a:rPr lang="en-ID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indexes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accessing a huge amount of data in </a:t>
            </a:r>
            <a:r>
              <a:rPr lang="en-ID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similar to using indices in a book to access related contents in a rapid manner.​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is suitable for creating a dictionary by storing keys and records so that by providing a key, one can access the corresponding record.​</a:t>
            </a:r>
          </a:p>
        </p:txBody>
      </p:sp>
    </p:spTree>
    <p:extLst>
      <p:ext uri="{BB962C8B-B14F-4D97-AF65-F5344CB8AC3E}">
        <p14:creationId xmlns:p14="http://schemas.microsoft.com/office/powerpoint/2010/main" val="100690484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CONCEPT &amp;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 fontScale="92500" lnSpcReduction="10000"/>
          </a:bodyPr>
          <a:lstStyle/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a BST has one value in each node, and two subtrees, it has a degree of two.​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Hence, a BST can be called as a two-way tree.​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finding above, can be generalized to an M-way tree, where M is the number of children that a node can have.​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 is also known as the branching factor.​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M-way tree is a data structure that has the following property:​</a:t>
            </a:r>
          </a:p>
          <a:p>
            <a:pPr marL="1112838" indent="-623888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node of an M-way tree has M-1 values or keys per node​</a:t>
            </a:r>
          </a:p>
          <a:p>
            <a:pPr marL="1112838" indent="-623888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node of an M-way tree has M subtrees​</a:t>
            </a:r>
          </a:p>
        </p:txBody>
      </p:sp>
    </p:spTree>
    <p:extLst>
      <p:ext uri="{BB962C8B-B14F-4D97-AF65-F5344CB8AC3E}">
        <p14:creationId xmlns:p14="http://schemas.microsoft.com/office/powerpoint/2010/main" val="35253473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CONCEPT &amp;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/>
          </a:bodyPr>
          <a:lstStyle/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B-Tree is a balanced M-way search tree with the main objective to reduce the access time and help in </a:t>
            </a:r>
            <a:r>
              <a:rPr lang="en-ID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index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organization in a </a:t>
            </a:r>
            <a:r>
              <a:rPr lang="en-ID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helps to reduce the search time from O(n) to O(log n) by balancing the M-way search trees.​</a:t>
            </a:r>
          </a:p>
        </p:txBody>
      </p:sp>
    </p:spTree>
    <p:extLst>
      <p:ext uri="{BB962C8B-B14F-4D97-AF65-F5344CB8AC3E}">
        <p14:creationId xmlns:p14="http://schemas.microsoft.com/office/powerpoint/2010/main" val="239781781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PROPERTY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ID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of order m 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has the following property: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Every node has at most m children.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Every node (except root) has at least m/2 children.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root has at least 2 children if it is not a leaf.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non leaf node with k children contain k-1 keys.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data are kept in sorted order.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leaves are at the same level (the bottom level).</a:t>
            </a:r>
          </a:p>
          <a:p>
            <a:pPr marL="504000" indent="-504000"/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33829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2-3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561047"/>
            <a:ext cx="19342794" cy="9081526"/>
          </a:xfrm>
        </p:spPr>
        <p:txBody>
          <a:bodyPr>
            <a:normAutofit/>
          </a:bodyPr>
          <a:lstStyle/>
          <a:p>
            <a:pPr marL="504000" indent="-504000"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with order m of: 3 is also called as 2-3 Tree, which satisfies the following property:</a:t>
            </a:r>
          </a:p>
          <a:p>
            <a:pPr marL="504000" indent="-504000"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internal node (non leaf) is either a 2-node or a 3-node.</a:t>
            </a:r>
          </a:p>
          <a:p>
            <a:pPr marL="1230313" indent="-730250"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2-node : has one data and two children (left and middle child)</a:t>
            </a:r>
          </a:p>
          <a:p>
            <a:pPr marL="1230313" indent="-730250"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3-node : has two data and three children (left, middle and right child)</a:t>
            </a:r>
          </a:p>
          <a:p>
            <a:pPr marL="504000" indent="-504000"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data are kept in sorted order.</a:t>
            </a:r>
          </a:p>
          <a:p>
            <a:pPr marL="1230313" indent="-730250"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A be the data stored in a 2-node. Left sub-tree should contain data less than A, middle sub-tree should contain data greater than A.</a:t>
            </a:r>
          </a:p>
          <a:p>
            <a:pPr marL="1230313" indent="-730250"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A and B the data stored in a 3-node. Left sub-tree should contain data less than A, middle sub-tree should contain data greater than A and less than B, right sub-tree should contain data greater than B.</a:t>
            </a:r>
          </a:p>
          <a:p>
            <a:pPr marL="504000" indent="-504000"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leaves are at the same level (the bottom level).</a:t>
            </a:r>
          </a:p>
        </p:txBody>
      </p:sp>
    </p:spTree>
    <p:extLst>
      <p:ext uri="{BB962C8B-B14F-4D97-AF65-F5344CB8AC3E}">
        <p14:creationId xmlns:p14="http://schemas.microsoft.com/office/powerpoint/2010/main" val="19967466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2-3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: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pic>
        <p:nvPicPr>
          <p:cNvPr id="8" name="Content Placeholder 7" descr="23tree-1.gif">
            <a:extLst>
              <a:ext uri="{FF2B5EF4-FFF2-40B4-BE49-F238E27FC236}">
                <a16:creationId xmlns:a16="http://schemas.microsoft.com/office/drawing/2014/main" id="{ED3BE260-8225-0AE7-1153-BF565A9FFC5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7" y="3601244"/>
            <a:ext cx="15285736" cy="860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5131145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SEARCH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561047"/>
            <a:ext cx="19342794" cy="9081526"/>
          </a:xfrm>
        </p:spPr>
        <p:txBody>
          <a:bodyPr>
            <a:normAutofit fontScale="92500" lnSpcReduction="20000"/>
          </a:bodyPr>
          <a:lstStyle/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Because all data in 2-3 tree are stored in sorted order, searching in 2-3 tree is easy. We can extend the search algorithm for binary search tree to obtain the search algorithm in 2-3 tree.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NULL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not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x =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x &lt;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left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3-node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	If x =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&lt; x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x &lt;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middle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&lt; x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right,x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57744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SEARCH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561047"/>
            <a:ext cx="19342794" cy="9081526"/>
          </a:xfrm>
        </p:spPr>
        <p:txBody>
          <a:bodyPr>
            <a:normAutofit fontScale="92500" lnSpcReduction="20000"/>
          </a:bodyPr>
          <a:lstStyle/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Because all data in 2-3 tree are stored in sorted order, searching in 2-3 tree is easy. We can extend the search algorithm for binary search tree to obtain the search algorithm in 2-3 tree.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NULL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not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x =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x &lt;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left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3-node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	If x =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&lt; x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x &lt;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middle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&lt; x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right,x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29968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561047"/>
            <a:ext cx="19342794" cy="9081526"/>
          </a:xfrm>
        </p:spPr>
        <p:txBody>
          <a:bodyPr>
            <a:normAutofit/>
          </a:bodyPr>
          <a:lstStyle/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Supposed we want to insert a new data key.</a:t>
            </a: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 we should find where key should be placed in 2-3 tree using search algorithm, it will be in one of the leaf.</a:t>
            </a: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leaf is 2-node then simply put the new key there (so it’s become a 3-node).</a:t>
            </a: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leaf is already a 3-node push the middle data between A, B and key (A and B are two data in that 3-node) to its parent and split the two remaining data into two 2-node. Recursively fix the parent.</a:t>
            </a: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44318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296271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(45). The leaf is a 2-node, just put (45) there.</a:t>
            </a: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6BEBACED-6414-15C7-42DC-CFD43BC6104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497397"/>
            <a:ext cx="13496693" cy="76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8381616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296271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Push the middle value (80) to its parent and split 75 with 90.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 descr="23tree-2.gif">
            <a:extLst>
              <a:ext uri="{FF2B5EF4-FFF2-40B4-BE49-F238E27FC236}">
                <a16:creationId xmlns:a16="http://schemas.microsoft.com/office/drawing/2014/main" id="{7D0D4EB3-F150-41A1-7B97-2C09F1EA376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497397"/>
            <a:ext cx="13536449" cy="7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491845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296271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2-3 tree after insertion of (75)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92828806-B77E-366B-EE31-7E7B92097F9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497397"/>
            <a:ext cx="13318005" cy="7515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8509331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296271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(24). The leaf is 3-node. Push the middle value (24) to its parent.</a:t>
            </a:r>
          </a:p>
        </p:txBody>
      </p:sp>
      <p:pic>
        <p:nvPicPr>
          <p:cNvPr id="5" name="Picture 6" descr="23tree-2.gif">
            <a:extLst>
              <a:ext uri="{FF2B5EF4-FFF2-40B4-BE49-F238E27FC236}">
                <a16:creationId xmlns:a16="http://schemas.microsoft.com/office/drawing/2014/main" id="{EC42D06C-6B74-F47B-E533-8650834403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497397"/>
            <a:ext cx="13536449" cy="7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2601824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296271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Its parent is also a 3-node. Push the middle value (24) to its parent.</a:t>
            </a: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E2A681F0-7425-3084-ED5E-C4D5DB8A4F2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497397"/>
            <a:ext cx="13655719" cy="770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2116222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697844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2-3 tree after insertion of (24)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6" descr="23tree-2.gif">
            <a:extLst>
              <a:ext uri="{FF2B5EF4-FFF2-40B4-BE49-F238E27FC236}">
                <a16:creationId xmlns:a16="http://schemas.microsoft.com/office/drawing/2014/main" id="{663E4C02-BB31-316E-8524-64AFD57A8FE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7" y="3659187"/>
            <a:ext cx="18825506" cy="7637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9981318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697844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(95). The leaf is a 3-node. Push the middle value (95) to its parent.</a:t>
            </a: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4197D336-7577-4ACA-4E7F-9B9EAB69BCE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659187"/>
            <a:ext cx="18825505" cy="763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8589285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697844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Its parent is also a 3-node. Push the middle value (80) to its parent.</a:t>
            </a:r>
          </a:p>
        </p:txBody>
      </p:sp>
      <p:pic>
        <p:nvPicPr>
          <p:cNvPr id="5" name="Picture 6" descr="23tree-2.gif">
            <a:extLst>
              <a:ext uri="{FF2B5EF4-FFF2-40B4-BE49-F238E27FC236}">
                <a16:creationId xmlns:a16="http://schemas.microsoft.com/office/drawing/2014/main" id="{EB70C31D-C864-00ED-9909-79B2B1698DB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9697" y="3522828"/>
            <a:ext cx="19413110" cy="787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568387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697844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root is also a 3-node. Push the middle value (50) to be a new root.</a:t>
            </a:r>
          </a:p>
        </p:txBody>
      </p:sp>
      <p:pic>
        <p:nvPicPr>
          <p:cNvPr id="8" name="Picture 6" descr="23tree-2.gif">
            <a:extLst>
              <a:ext uri="{FF2B5EF4-FFF2-40B4-BE49-F238E27FC236}">
                <a16:creationId xmlns:a16="http://schemas.microsoft.com/office/drawing/2014/main" id="{585F612F-A984-3341-431B-9752AFF0B06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7" y="3659187"/>
            <a:ext cx="18006842" cy="763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8110832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697844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2-3 tree after insertion of (95)</a:t>
            </a: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265630D7-C27F-2AA9-02A8-528A7A90372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568091"/>
            <a:ext cx="13655719" cy="7750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2682004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Operations: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Delete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Supposed we want to delete a key from 2-3 tree.</a:t>
            </a:r>
          </a:p>
          <a:p>
            <a:r>
              <a:rPr lang="en-ID" dirty="0"/>
              <a:t>Like in BST, we should find a leaf key which can replace key we want to delete (find the </a:t>
            </a:r>
            <a:r>
              <a:rPr lang="en-ID" b="1" dirty="0"/>
              <a:t>predecessor</a:t>
            </a:r>
            <a:r>
              <a:rPr lang="en-ID" dirty="0"/>
              <a:t>). </a:t>
            </a:r>
          </a:p>
          <a:p>
            <a:r>
              <a:rPr lang="en-ID" dirty="0"/>
              <a:t>It means </a:t>
            </a:r>
            <a:r>
              <a:rPr lang="en-ID" b="1" dirty="0">
                <a:solidFill>
                  <a:schemeClr val="accent1">
                    <a:lumMod val="75000"/>
                  </a:schemeClr>
                </a:solidFill>
              </a:rPr>
              <a:t>deletion always occurs in a leaf node</a:t>
            </a:r>
            <a:r>
              <a:rPr lang="en-ID" dirty="0"/>
              <a:t>.</a:t>
            </a:r>
          </a:p>
          <a:p>
            <a:r>
              <a:rPr lang="en-ID" dirty="0"/>
              <a:t>There are 2 cases: </a:t>
            </a:r>
            <a:r>
              <a:rPr lang="en-ID" b="1" dirty="0"/>
              <a:t>leaf is 3-node</a:t>
            </a:r>
            <a:r>
              <a:rPr lang="en-ID" dirty="0"/>
              <a:t> and </a:t>
            </a:r>
            <a:r>
              <a:rPr lang="en-ID" b="1" dirty="0"/>
              <a:t>leaf is 2-node</a:t>
            </a:r>
            <a:r>
              <a:rPr lang="en-ID" dirty="0"/>
              <a:t>.</a:t>
            </a:r>
          </a:p>
          <a:p>
            <a:r>
              <a:rPr lang="en-ID" dirty="0"/>
              <a:t>If the </a:t>
            </a:r>
            <a:r>
              <a:rPr lang="en-ID" b="1" dirty="0"/>
              <a:t>leaf</a:t>
            </a:r>
            <a:r>
              <a:rPr lang="en-ID" dirty="0"/>
              <a:t> is a </a:t>
            </a:r>
            <a:r>
              <a:rPr lang="en-ID" b="1" dirty="0">
                <a:solidFill>
                  <a:schemeClr val="accent1">
                    <a:lumMod val="75000"/>
                  </a:schemeClr>
                </a:solidFill>
              </a:rPr>
              <a:t>3-node</a:t>
            </a:r>
            <a:r>
              <a:rPr lang="en-ID" dirty="0"/>
              <a:t>, then delete the key so it becomes a 2-node.</a:t>
            </a:r>
          </a:p>
        </p:txBody>
      </p:sp>
    </p:spTree>
    <p:extLst>
      <p:ext uri="{BB962C8B-B14F-4D97-AF65-F5344CB8AC3E}">
        <p14:creationId xmlns:p14="http://schemas.microsoft.com/office/powerpoint/2010/main" val="372009681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Operations: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Delete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9309300" cy="10262832"/>
          </a:xfrm>
        </p:spPr>
        <p:txBody>
          <a:bodyPr>
            <a:normAutofit lnSpcReduction="10000"/>
          </a:bodyPr>
          <a:lstStyle/>
          <a:p>
            <a:r>
              <a:rPr lang="en-ID" dirty="0"/>
              <a:t>If the </a:t>
            </a:r>
            <a:r>
              <a:rPr lang="en-ID" b="1" dirty="0"/>
              <a:t>leaf</a:t>
            </a:r>
            <a:r>
              <a:rPr lang="en-ID" dirty="0"/>
              <a:t> is a </a:t>
            </a:r>
            <a:r>
              <a:rPr lang="en-ID" b="1" dirty="0">
                <a:solidFill>
                  <a:schemeClr val="accent1">
                    <a:lumMod val="75000"/>
                  </a:schemeClr>
                </a:solidFill>
              </a:rPr>
              <a:t>2-node</a:t>
            </a:r>
            <a:r>
              <a:rPr lang="en-ID" dirty="0"/>
              <a:t>:</a:t>
            </a:r>
          </a:p>
          <a:p>
            <a:pPr lvl="1">
              <a:buFont typeface="Wingdings" pitchFamily="2" charset="2"/>
              <a:buChar char="v"/>
            </a:pPr>
            <a:r>
              <a:rPr lang="en-ID" dirty="0"/>
              <a:t>If </a:t>
            </a:r>
            <a:r>
              <a:rPr lang="en-ID" b="1" dirty="0"/>
              <a:t>parent</a:t>
            </a:r>
            <a:r>
              <a:rPr lang="en-ID" dirty="0"/>
              <a:t> is </a:t>
            </a:r>
            <a:r>
              <a:rPr lang="en-ID" b="1" dirty="0">
                <a:solidFill>
                  <a:schemeClr val="accent1">
                    <a:lumMod val="75000"/>
                  </a:schemeClr>
                </a:solidFill>
              </a:rPr>
              <a:t>3-node</a:t>
            </a:r>
            <a:r>
              <a:rPr lang="en-ID" dirty="0"/>
              <a:t>, get one value from it. </a:t>
            </a:r>
          </a:p>
          <a:p>
            <a:pPr lvl="2">
              <a:buFont typeface="Wingdings" pitchFamily="2" charset="2"/>
              <a:buChar char="Ø"/>
            </a:pPr>
            <a:r>
              <a:rPr lang="en-ID" dirty="0"/>
              <a:t>If </a:t>
            </a:r>
            <a:r>
              <a:rPr lang="en-ID" b="1" dirty="0"/>
              <a:t>sibling</a:t>
            </a:r>
            <a:r>
              <a:rPr lang="en-ID" dirty="0"/>
              <a:t> is a </a:t>
            </a:r>
            <a:r>
              <a:rPr lang="en-ID" b="1" dirty="0">
                <a:solidFill>
                  <a:schemeClr val="accent1">
                    <a:lumMod val="75000"/>
                  </a:schemeClr>
                </a:solidFill>
              </a:rPr>
              <a:t>3-node</a:t>
            </a:r>
            <a:r>
              <a:rPr lang="en-ID" dirty="0"/>
              <a:t>, push one value of its sibling to the parent (to make the parent 3-node again). </a:t>
            </a:r>
          </a:p>
          <a:p>
            <a:pPr lvl="2">
              <a:buFont typeface="Wingdings" pitchFamily="2" charset="2"/>
              <a:buChar char="Ø"/>
            </a:pPr>
            <a:r>
              <a:rPr lang="en-ID" dirty="0"/>
              <a:t>If </a:t>
            </a:r>
            <a:r>
              <a:rPr lang="en-ID" b="1" dirty="0"/>
              <a:t>sibling</a:t>
            </a:r>
            <a:r>
              <a:rPr lang="en-ID" dirty="0"/>
              <a:t> is a </a:t>
            </a:r>
            <a:r>
              <a:rPr lang="en-ID" b="1" dirty="0">
                <a:solidFill>
                  <a:schemeClr val="accent1">
                    <a:lumMod val="75000"/>
                  </a:schemeClr>
                </a:solidFill>
              </a:rPr>
              <a:t>2-node</a:t>
            </a:r>
            <a:r>
              <a:rPr lang="en-ID" dirty="0"/>
              <a:t>, make the parent a 2-node and merge current node with its sibling.</a:t>
            </a:r>
          </a:p>
          <a:p>
            <a:pPr lvl="1">
              <a:buFont typeface="Wingdings" pitchFamily="2" charset="2"/>
              <a:buChar char="v"/>
            </a:pPr>
            <a:r>
              <a:rPr lang="en-ID" dirty="0"/>
              <a:t>If </a:t>
            </a:r>
            <a:r>
              <a:rPr lang="en-ID" b="1" dirty="0"/>
              <a:t>parent</a:t>
            </a:r>
            <a:r>
              <a:rPr lang="en-ID" dirty="0"/>
              <a:t> is </a:t>
            </a:r>
            <a:r>
              <a:rPr lang="en-ID" b="1" dirty="0">
                <a:solidFill>
                  <a:schemeClr val="accent1">
                    <a:lumMod val="75000"/>
                  </a:schemeClr>
                </a:solidFill>
              </a:rPr>
              <a:t>2-node:</a:t>
            </a:r>
            <a:endParaRPr lang="en-ID" dirty="0"/>
          </a:p>
          <a:p>
            <a:pPr lvl="2">
              <a:buFont typeface="Wingdings" pitchFamily="2" charset="2"/>
              <a:buChar char="Ø"/>
            </a:pPr>
            <a:r>
              <a:rPr lang="en-ID" dirty="0"/>
              <a:t>If </a:t>
            </a:r>
            <a:r>
              <a:rPr lang="en-ID" b="1" dirty="0"/>
              <a:t>sibling</a:t>
            </a:r>
            <a:r>
              <a:rPr lang="en-ID" dirty="0"/>
              <a:t> is a </a:t>
            </a:r>
            <a:r>
              <a:rPr lang="en-ID" b="1" dirty="0">
                <a:solidFill>
                  <a:schemeClr val="accent1">
                    <a:lumMod val="75000"/>
                  </a:schemeClr>
                </a:solidFill>
              </a:rPr>
              <a:t>3-node</a:t>
            </a:r>
            <a:r>
              <a:rPr lang="en-ID" dirty="0"/>
              <a:t> then get one value from parent and push one value from sibling to its parent. </a:t>
            </a:r>
          </a:p>
          <a:p>
            <a:pPr lvl="2">
              <a:buFont typeface="Wingdings" pitchFamily="2" charset="2"/>
              <a:buChar char="Ø"/>
            </a:pPr>
            <a:r>
              <a:rPr lang="en-ID" dirty="0"/>
              <a:t>Else merge parent with sibling.</a:t>
            </a:r>
          </a:p>
          <a:p>
            <a:r>
              <a:rPr lang="en-ID" dirty="0"/>
              <a:t>Fix parent recursively.</a:t>
            </a:r>
          </a:p>
        </p:txBody>
      </p:sp>
    </p:spTree>
    <p:extLst>
      <p:ext uri="{BB962C8B-B14F-4D97-AF65-F5344CB8AC3E}">
        <p14:creationId xmlns:p14="http://schemas.microsoft.com/office/powerpoint/2010/main" val="30191988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DELETION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806552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Delete (23). The node is at leaf and the leaf is 3-node. Just delete it.</a:t>
            </a: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D589A438-2589-217D-CCC9-802D58AD7B1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752537"/>
            <a:ext cx="13854501" cy="7817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2368035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DELETION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806552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Delete (50). Replace (50) with (40), and delete (40) at the leaf (a 2-node).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6" descr="23tree-2.gif">
            <a:extLst>
              <a:ext uri="{FF2B5EF4-FFF2-40B4-BE49-F238E27FC236}">
                <a16:creationId xmlns:a16="http://schemas.microsoft.com/office/drawing/2014/main" id="{A6D382AA-0A42-AAF7-8289-D072EACD38B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4125" y="3487905"/>
            <a:ext cx="14272938" cy="8054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2333907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DELETION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806552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Parent is a 3-node but sibling is 2-node. Merge (25) and (30).</a:t>
            </a: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10C1F276-D8B1-1119-2A29-0FEE032356D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752537"/>
            <a:ext cx="13973771" cy="7885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6930221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DELETION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806552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2-3 tree after deletion of (50)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6" descr="23tree-2.gif">
            <a:extLst>
              <a:ext uri="{FF2B5EF4-FFF2-40B4-BE49-F238E27FC236}">
                <a16:creationId xmlns:a16="http://schemas.microsoft.com/office/drawing/2014/main" id="{BF5620EE-D288-A69A-7C4A-21DCF0189F8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752537"/>
            <a:ext cx="14013527" cy="7907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4082582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DELETION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806552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2-3 tree after deletion of (30) and (15)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833138-3F19-C0AB-95D5-367AD5570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783776"/>
            <a:ext cx="14117454" cy="762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0000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DELETION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21BE7D57-56BF-CC85-934D-4DE3197C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589244"/>
            <a:ext cx="13458974" cy="873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8695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order 4-5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/>
          </a:bodyPr>
          <a:lstStyle/>
          <a:p>
            <a:pPr marL="504000" indent="-504000">
              <a:lnSpc>
                <a:spcPct val="150000"/>
              </a:lnSpc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is a special type of self-balancing search tree in which each node can contain more than one key and can have more than two children. It is a generalized form of the binary search tree.</a:t>
            </a:r>
          </a:p>
          <a:p>
            <a:pPr marL="504000" indent="-504000">
              <a:lnSpc>
                <a:spcPct val="150000"/>
              </a:lnSpc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order 4-5 can have maximum child until 5.</a:t>
            </a:r>
          </a:p>
          <a:p>
            <a:pPr marL="504000" indent="-504000">
              <a:lnSpc>
                <a:spcPct val="150000"/>
              </a:lnSpc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56040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order 4-5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ORDER 4 EXAMPLE</a:t>
            </a:r>
          </a:p>
        </p:txBody>
      </p:sp>
      <p:pic>
        <p:nvPicPr>
          <p:cNvPr id="6" name="Content Placeholder 7" descr="23tree-1.gif">
            <a:extLst>
              <a:ext uri="{FF2B5EF4-FFF2-40B4-BE49-F238E27FC236}">
                <a16:creationId xmlns:a16="http://schemas.microsoft.com/office/drawing/2014/main" id="{D8B17242-2F00-B237-24AC-1DF82B8D97DF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931920"/>
            <a:ext cx="13230665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59416462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SEARCH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 fontScale="70000" lnSpcReduction="20000"/>
          </a:bodyPr>
          <a:lstStyle/>
          <a:p>
            <a:pPr marL="504000" indent="-504000">
              <a:spcBef>
                <a:spcPts val="0"/>
              </a:spcBef>
            </a:pPr>
            <a:r>
              <a:rPr lang="en-ID" sz="6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Searching in B-Tree holds the same principle as in 2-3 tree.</a:t>
            </a:r>
          </a:p>
          <a:p>
            <a:pPr marL="504000" indent="-504000">
              <a:spcBef>
                <a:spcPts val="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457200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973138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NULL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not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457200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973138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x &lt;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-&gt;data[0]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[0], x)</a:t>
            </a:r>
          </a:p>
          <a:p>
            <a:pPr marL="457200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973138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-&gt;data[0]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457200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973138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i = 1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to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m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do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973138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[i]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not NULL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1624013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-&gt;data[i]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1624013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-&gt;data[i-1] &lt; x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x &lt;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-&gt;data[i]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2303463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[1], x)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-&gt;data[m] &lt; x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[m], x)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not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00110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INSERTION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71187"/>
            <a:ext cx="19342794" cy="7925085"/>
          </a:xfrm>
        </p:spPr>
        <p:txBody>
          <a:bodyPr>
            <a:normAutofit/>
          </a:bodyPr>
          <a:lstStyle/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Supposed we want to insert a new data key.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First, we should find where key should be placed in B-tree using search algorithm, it will be in one of the leaf.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leaf contain less than m-1 data then insert the new key there.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Otherwise, push the middle data to its parent and split the left side and right side of the middle data. Recursively fix the parent.</a:t>
            </a:r>
          </a:p>
        </p:txBody>
      </p:sp>
    </p:spTree>
    <p:extLst>
      <p:ext uri="{BB962C8B-B14F-4D97-AF65-F5344CB8AC3E}">
        <p14:creationId xmlns:p14="http://schemas.microsoft.com/office/powerpoint/2010/main" val="293547348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383510" cy="951459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grpSp>
        <p:nvGrpSpPr>
          <p:cNvPr id="42" name="Group 3">
            <a:extLst>
              <a:ext uri="{FF2B5EF4-FFF2-40B4-BE49-F238E27FC236}">
                <a16:creationId xmlns:a16="http://schemas.microsoft.com/office/drawing/2014/main" id="{55049B9A-3164-435B-993A-D4573F465CED}"/>
              </a:ext>
            </a:extLst>
          </p:cNvPr>
          <p:cNvGrpSpPr>
            <a:grpSpLocks/>
          </p:cNvGrpSpPr>
          <p:nvPr/>
        </p:nvGrpSpPr>
        <p:grpSpPr bwMode="auto">
          <a:xfrm>
            <a:off x="1861783" y="5100956"/>
            <a:ext cx="5307906" cy="803530"/>
            <a:chOff x="192" y="768"/>
            <a:chExt cx="4385" cy="663"/>
          </a:xfrm>
        </p:grpSpPr>
        <p:sp>
          <p:nvSpPr>
            <p:cNvPr id="43" name="Text Box 4">
              <a:extLst>
                <a:ext uri="{FF2B5EF4-FFF2-40B4-BE49-F238E27FC236}">
                  <a16:creationId xmlns:a16="http://schemas.microsoft.com/office/drawing/2014/main" id="{4FC0D119-7794-AC30-8F93-8352D356C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768"/>
              <a:ext cx="2393" cy="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(a)</a:t>
              </a:r>
            </a:p>
          </p:txBody>
        </p:sp>
        <p:sp>
          <p:nvSpPr>
            <p:cNvPr id="44" name="Text Box 5">
              <a:extLst>
                <a:ext uri="{FF2B5EF4-FFF2-40B4-BE49-F238E27FC236}">
                  <a16:creationId xmlns:a16="http://schemas.microsoft.com/office/drawing/2014/main" id="{EAA57651-CFCB-432F-A671-2B58ACE7F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6" y="796"/>
              <a:ext cx="1651" cy="635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</a:t>
              </a:r>
            </a:p>
          </p:txBody>
        </p:sp>
      </p:grpSp>
      <p:grpSp>
        <p:nvGrpSpPr>
          <p:cNvPr id="77" name="Group 3">
            <a:extLst>
              <a:ext uri="{FF2B5EF4-FFF2-40B4-BE49-F238E27FC236}">
                <a16:creationId xmlns:a16="http://schemas.microsoft.com/office/drawing/2014/main" id="{3230499A-05C8-426F-F252-EB2EB7C040CB}"/>
              </a:ext>
            </a:extLst>
          </p:cNvPr>
          <p:cNvGrpSpPr>
            <a:grpSpLocks/>
          </p:cNvGrpSpPr>
          <p:nvPr/>
        </p:nvGrpSpPr>
        <p:grpSpPr bwMode="auto">
          <a:xfrm>
            <a:off x="1861783" y="6793059"/>
            <a:ext cx="5307906" cy="803530"/>
            <a:chOff x="192" y="768"/>
            <a:chExt cx="4385" cy="663"/>
          </a:xfrm>
        </p:grpSpPr>
        <p:sp>
          <p:nvSpPr>
            <p:cNvPr id="78" name="Text Box 4">
              <a:extLst>
                <a:ext uri="{FF2B5EF4-FFF2-40B4-BE49-F238E27FC236}">
                  <a16:creationId xmlns:a16="http://schemas.microsoft.com/office/drawing/2014/main" id="{C29875BD-055F-2480-79A1-508443985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768"/>
              <a:ext cx="2393" cy="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(b)</a:t>
              </a:r>
            </a:p>
          </p:txBody>
        </p:sp>
        <p:sp>
          <p:nvSpPr>
            <p:cNvPr id="79" name="Text Box 5">
              <a:extLst>
                <a:ext uri="{FF2B5EF4-FFF2-40B4-BE49-F238E27FC236}">
                  <a16:creationId xmlns:a16="http://schemas.microsoft.com/office/drawing/2014/main" id="{BC611AD6-8241-8930-DEBF-018F385263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6" y="796"/>
              <a:ext cx="1651" cy="635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b</a:t>
              </a:r>
            </a:p>
          </p:txBody>
        </p:sp>
      </p:grpSp>
      <p:grpSp>
        <p:nvGrpSpPr>
          <p:cNvPr id="80" name="Group 3">
            <a:extLst>
              <a:ext uri="{FF2B5EF4-FFF2-40B4-BE49-F238E27FC236}">
                <a16:creationId xmlns:a16="http://schemas.microsoft.com/office/drawing/2014/main" id="{F6F00890-0052-12CE-C9F5-797CEE710645}"/>
              </a:ext>
            </a:extLst>
          </p:cNvPr>
          <p:cNvGrpSpPr>
            <a:grpSpLocks/>
          </p:cNvGrpSpPr>
          <p:nvPr/>
        </p:nvGrpSpPr>
        <p:grpSpPr bwMode="auto">
          <a:xfrm>
            <a:off x="1861783" y="8485162"/>
            <a:ext cx="5307906" cy="803530"/>
            <a:chOff x="192" y="768"/>
            <a:chExt cx="4385" cy="663"/>
          </a:xfrm>
        </p:grpSpPr>
        <p:sp>
          <p:nvSpPr>
            <p:cNvPr id="81" name="Text Box 4">
              <a:extLst>
                <a:ext uri="{FF2B5EF4-FFF2-40B4-BE49-F238E27FC236}">
                  <a16:creationId xmlns:a16="http://schemas.microsoft.com/office/drawing/2014/main" id="{92E767C3-FF78-853A-997C-E5FE5DEC8B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768"/>
              <a:ext cx="2393" cy="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(f)</a:t>
              </a:r>
            </a:p>
          </p:txBody>
        </p:sp>
        <p:sp>
          <p:nvSpPr>
            <p:cNvPr id="82" name="Text Box 5">
              <a:extLst>
                <a:ext uri="{FF2B5EF4-FFF2-40B4-BE49-F238E27FC236}">
                  <a16:creationId xmlns:a16="http://schemas.microsoft.com/office/drawing/2014/main" id="{FC70B4CC-97AA-2C55-6D56-643FD17FC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6" y="796"/>
              <a:ext cx="1651" cy="635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b f</a:t>
              </a:r>
            </a:p>
          </p:txBody>
        </p:sp>
      </p:grpSp>
      <p:grpSp>
        <p:nvGrpSpPr>
          <p:cNvPr id="83" name="Group 3">
            <a:extLst>
              <a:ext uri="{FF2B5EF4-FFF2-40B4-BE49-F238E27FC236}">
                <a16:creationId xmlns:a16="http://schemas.microsoft.com/office/drawing/2014/main" id="{8FF0E984-B26B-DB4A-752A-092090DB6164}"/>
              </a:ext>
            </a:extLst>
          </p:cNvPr>
          <p:cNvGrpSpPr>
            <a:grpSpLocks/>
          </p:cNvGrpSpPr>
          <p:nvPr/>
        </p:nvGrpSpPr>
        <p:grpSpPr bwMode="auto">
          <a:xfrm>
            <a:off x="1861783" y="10177265"/>
            <a:ext cx="6206074" cy="803530"/>
            <a:chOff x="192" y="768"/>
            <a:chExt cx="5127" cy="663"/>
          </a:xfrm>
        </p:grpSpPr>
        <p:sp>
          <p:nvSpPr>
            <p:cNvPr id="84" name="Text Box 4">
              <a:extLst>
                <a:ext uri="{FF2B5EF4-FFF2-40B4-BE49-F238E27FC236}">
                  <a16:creationId xmlns:a16="http://schemas.microsoft.com/office/drawing/2014/main" id="{944D27D5-98EA-61C0-FBBD-DFB404006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768"/>
              <a:ext cx="2393" cy="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(g)</a:t>
              </a:r>
            </a:p>
          </p:txBody>
        </p:sp>
        <p:sp>
          <p:nvSpPr>
            <p:cNvPr id="85" name="Text Box 5">
              <a:extLst>
                <a:ext uri="{FF2B5EF4-FFF2-40B4-BE49-F238E27FC236}">
                  <a16:creationId xmlns:a16="http://schemas.microsoft.com/office/drawing/2014/main" id="{239FD994-6046-9CF3-D7AE-ED393DAC7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6" y="796"/>
              <a:ext cx="2393" cy="635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b f g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CAA42B5-056F-17CB-2F14-A11FFDAC7F42}"/>
              </a:ext>
            </a:extLst>
          </p:cNvPr>
          <p:cNvGrpSpPr/>
          <p:nvPr/>
        </p:nvGrpSpPr>
        <p:grpSpPr>
          <a:xfrm>
            <a:off x="11155842" y="3725995"/>
            <a:ext cx="10416385" cy="2178491"/>
            <a:chOff x="11155842" y="3725995"/>
            <a:chExt cx="10416385" cy="2178491"/>
          </a:xfrm>
        </p:grpSpPr>
        <p:sp>
          <p:nvSpPr>
            <p:cNvPr id="87" name="Text Box 4">
              <a:extLst>
                <a:ext uri="{FF2B5EF4-FFF2-40B4-BE49-F238E27FC236}">
                  <a16:creationId xmlns:a16="http://schemas.microsoft.com/office/drawing/2014/main" id="{84F4AE36-A6C3-B81D-60B9-4FEBE8D44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5842" y="4045645"/>
              <a:ext cx="2896652" cy="769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(k)</a:t>
              </a:r>
            </a:p>
          </p:txBody>
        </p:sp>
        <p:grpSp>
          <p:nvGrpSpPr>
            <p:cNvPr id="89" name="Group 16">
              <a:extLst>
                <a:ext uri="{FF2B5EF4-FFF2-40B4-BE49-F238E27FC236}">
                  <a16:creationId xmlns:a16="http://schemas.microsoft.com/office/drawing/2014/main" id="{D6E64548-BBC3-12A0-CD0A-02BB498DE8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50139" y="3725995"/>
              <a:ext cx="6222088" cy="2178491"/>
              <a:chOff x="2911" y="78"/>
              <a:chExt cx="5141" cy="1800"/>
            </a:xfrm>
          </p:grpSpPr>
          <p:sp>
            <p:nvSpPr>
              <p:cNvPr id="90" name="Text Box 17">
                <a:extLst>
                  <a:ext uri="{FF2B5EF4-FFF2-40B4-BE49-F238E27FC236}">
                    <a16:creationId xmlns:a16="http://schemas.microsoft.com/office/drawing/2014/main" id="{4395F25B-7917-DD9E-36BE-0FF96AB699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1" y="1200"/>
                <a:ext cx="1169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  b</a:t>
                </a:r>
              </a:p>
            </p:txBody>
          </p:sp>
          <p:sp>
            <p:nvSpPr>
              <p:cNvPr id="91" name="Text Box 18">
                <a:extLst>
                  <a:ext uri="{FF2B5EF4-FFF2-40B4-BE49-F238E27FC236}">
                    <a16:creationId xmlns:a16="http://schemas.microsoft.com/office/drawing/2014/main" id="{8307B1DF-B41B-B7C4-D641-FF22A55C35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1" y="1242"/>
                <a:ext cx="1169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g  k</a:t>
                </a:r>
              </a:p>
            </p:txBody>
          </p:sp>
          <p:sp>
            <p:nvSpPr>
              <p:cNvPr id="92" name="Text Box 19">
                <a:extLst>
                  <a:ext uri="{FF2B5EF4-FFF2-40B4-BE49-F238E27FC236}">
                    <a16:creationId xmlns:a16="http://schemas.microsoft.com/office/drawing/2014/main" id="{FACA1E16-D698-AFF6-F22F-689FBD948A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78"/>
                <a:ext cx="768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</a:t>
                </a:r>
              </a:p>
            </p:txBody>
          </p:sp>
          <p:cxnSp>
            <p:nvCxnSpPr>
              <p:cNvPr id="93" name="AutoShape 20">
                <a:extLst>
                  <a:ext uri="{FF2B5EF4-FFF2-40B4-BE49-F238E27FC236}">
                    <a16:creationId xmlns:a16="http://schemas.microsoft.com/office/drawing/2014/main" id="{5F15C4BF-A361-9F4E-7D51-3331400D3AF8}"/>
                  </a:ext>
                </a:extLst>
              </p:cNvPr>
              <p:cNvCxnSpPr>
                <a:cxnSpLocks noChangeShapeType="1"/>
                <a:stCxn id="92" idx="2"/>
                <a:endCxn id="90" idx="0"/>
              </p:cNvCxnSpPr>
              <p:nvPr/>
            </p:nvCxnSpPr>
            <p:spPr bwMode="auto">
              <a:xfrm flipH="1">
                <a:off x="3496" y="714"/>
                <a:ext cx="969" cy="486"/>
              </a:xfrm>
              <a:prstGeom prst="straightConnector1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round/>
                <a:headEnd/>
                <a:tailEnd/>
              </a:ln>
            </p:spPr>
          </p:cxnSp>
          <p:cxnSp>
            <p:nvCxnSpPr>
              <p:cNvPr id="94" name="AutoShape 21">
                <a:extLst>
                  <a:ext uri="{FF2B5EF4-FFF2-40B4-BE49-F238E27FC236}">
                    <a16:creationId xmlns:a16="http://schemas.microsoft.com/office/drawing/2014/main" id="{70036E8F-9F3E-F287-4DF9-CAA09648F2A1}"/>
                  </a:ext>
                </a:extLst>
              </p:cNvPr>
              <p:cNvCxnSpPr>
                <a:cxnSpLocks noChangeShapeType="1"/>
                <a:stCxn id="92" idx="2"/>
                <a:endCxn id="91" idx="0"/>
              </p:cNvCxnSpPr>
              <p:nvPr/>
            </p:nvCxnSpPr>
            <p:spPr bwMode="auto">
              <a:xfrm>
                <a:off x="4464" y="714"/>
                <a:ext cx="921" cy="528"/>
              </a:xfrm>
              <a:prstGeom prst="straightConnector1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round/>
                <a:headEnd/>
                <a:tailEnd/>
              </a:ln>
            </p:spPr>
          </p:cxnSp>
          <p:sp>
            <p:nvSpPr>
              <p:cNvPr id="95" name="Text Box 22">
                <a:extLst>
                  <a:ext uri="{FF2B5EF4-FFF2-40B4-BE49-F238E27FC236}">
                    <a16:creationId xmlns:a16="http://schemas.microsoft.com/office/drawing/2014/main" id="{64B8FF63-74FF-CAE3-A0C7-DA54C00F39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9" y="278"/>
                <a:ext cx="2283" cy="6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4400" i="1" dirty="0">
                    <a:solidFill>
                      <a:srgbClr val="FF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full, split</a:t>
                </a:r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33B3D71-B406-0674-16FC-D70A7A2F6E85}"/>
              </a:ext>
            </a:extLst>
          </p:cNvPr>
          <p:cNvGrpSpPr/>
          <p:nvPr/>
        </p:nvGrpSpPr>
        <p:grpSpPr>
          <a:xfrm>
            <a:off x="11155842" y="6768401"/>
            <a:ext cx="7896567" cy="2178491"/>
            <a:chOff x="11155842" y="3725995"/>
            <a:chExt cx="7896567" cy="2178491"/>
          </a:xfrm>
        </p:grpSpPr>
        <p:sp>
          <p:nvSpPr>
            <p:cNvPr id="109" name="Text Box 4">
              <a:extLst>
                <a:ext uri="{FF2B5EF4-FFF2-40B4-BE49-F238E27FC236}">
                  <a16:creationId xmlns:a16="http://schemas.microsoft.com/office/drawing/2014/main" id="{A0E8F922-DAC2-B558-483E-6EBA3C8EA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5842" y="4045645"/>
              <a:ext cx="2896652" cy="769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(d)</a:t>
              </a:r>
            </a:p>
          </p:txBody>
        </p:sp>
        <p:grpSp>
          <p:nvGrpSpPr>
            <p:cNvPr id="110" name="Group 16">
              <a:extLst>
                <a:ext uri="{FF2B5EF4-FFF2-40B4-BE49-F238E27FC236}">
                  <a16:creationId xmlns:a16="http://schemas.microsoft.com/office/drawing/2014/main" id="{0AC38B32-6AFD-B650-0214-561ECC03F7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66781" y="3725995"/>
              <a:ext cx="4285628" cy="2178491"/>
              <a:chOff x="2429" y="78"/>
              <a:chExt cx="3541" cy="1800"/>
            </a:xfrm>
          </p:grpSpPr>
          <p:sp>
            <p:nvSpPr>
              <p:cNvPr id="111" name="Text Box 17">
                <a:extLst>
                  <a:ext uri="{FF2B5EF4-FFF2-40B4-BE49-F238E27FC236}">
                    <a16:creationId xmlns:a16="http://schemas.microsoft.com/office/drawing/2014/main" id="{3DF5B2F0-E8E3-858F-2129-1A15851AF0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9" y="1223"/>
                <a:ext cx="1651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  b d</a:t>
                </a:r>
              </a:p>
            </p:txBody>
          </p:sp>
          <p:sp>
            <p:nvSpPr>
              <p:cNvPr id="112" name="Text Box 18">
                <a:extLst>
                  <a:ext uri="{FF2B5EF4-FFF2-40B4-BE49-F238E27FC236}">
                    <a16:creationId xmlns:a16="http://schemas.microsoft.com/office/drawing/2014/main" id="{E8DE6491-96E9-01C5-D6ED-D02C48065F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1" y="1242"/>
                <a:ext cx="1169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g  k</a:t>
                </a:r>
              </a:p>
            </p:txBody>
          </p:sp>
          <p:sp>
            <p:nvSpPr>
              <p:cNvPr id="113" name="Text Box 19">
                <a:extLst>
                  <a:ext uri="{FF2B5EF4-FFF2-40B4-BE49-F238E27FC236}">
                    <a16:creationId xmlns:a16="http://schemas.microsoft.com/office/drawing/2014/main" id="{7FE151F6-3AFD-8078-B528-4C972FDDEA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78"/>
                <a:ext cx="768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</a:t>
                </a:r>
              </a:p>
            </p:txBody>
          </p:sp>
          <p:cxnSp>
            <p:nvCxnSpPr>
              <p:cNvPr id="114" name="AutoShape 20">
                <a:extLst>
                  <a:ext uri="{FF2B5EF4-FFF2-40B4-BE49-F238E27FC236}">
                    <a16:creationId xmlns:a16="http://schemas.microsoft.com/office/drawing/2014/main" id="{DC2FB945-7465-FF53-C206-3ABDAD398BB2}"/>
                  </a:ext>
                </a:extLst>
              </p:cNvPr>
              <p:cNvCxnSpPr>
                <a:cxnSpLocks noChangeShapeType="1"/>
                <a:stCxn id="113" idx="2"/>
                <a:endCxn id="111" idx="0"/>
              </p:cNvCxnSpPr>
              <p:nvPr/>
            </p:nvCxnSpPr>
            <p:spPr bwMode="auto">
              <a:xfrm flipH="1">
                <a:off x="3255" y="714"/>
                <a:ext cx="1210" cy="509"/>
              </a:xfrm>
              <a:prstGeom prst="straightConnector1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round/>
                <a:headEnd/>
                <a:tailEnd/>
              </a:ln>
            </p:spPr>
          </p:cxnSp>
          <p:cxnSp>
            <p:nvCxnSpPr>
              <p:cNvPr id="115" name="AutoShape 21">
                <a:extLst>
                  <a:ext uri="{FF2B5EF4-FFF2-40B4-BE49-F238E27FC236}">
                    <a16:creationId xmlns:a16="http://schemas.microsoft.com/office/drawing/2014/main" id="{35A8B49D-BDDD-9C81-CD11-DAA64711B8DC}"/>
                  </a:ext>
                </a:extLst>
              </p:cNvPr>
              <p:cNvCxnSpPr>
                <a:cxnSpLocks noChangeShapeType="1"/>
                <a:stCxn id="113" idx="2"/>
                <a:endCxn id="112" idx="0"/>
              </p:cNvCxnSpPr>
              <p:nvPr/>
            </p:nvCxnSpPr>
            <p:spPr bwMode="auto">
              <a:xfrm>
                <a:off x="4464" y="714"/>
                <a:ext cx="921" cy="528"/>
              </a:xfrm>
              <a:prstGeom prst="straightConnector1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535C267-A47E-52CF-ABF4-BC64015D76B7}"/>
              </a:ext>
            </a:extLst>
          </p:cNvPr>
          <p:cNvGrpSpPr/>
          <p:nvPr/>
        </p:nvGrpSpPr>
        <p:grpSpPr>
          <a:xfrm>
            <a:off x="11214874" y="10130319"/>
            <a:ext cx="9244827" cy="2178491"/>
            <a:chOff x="11214874" y="10130319"/>
            <a:chExt cx="9244827" cy="2178491"/>
          </a:xfrm>
        </p:grpSpPr>
        <p:sp>
          <p:nvSpPr>
            <p:cNvPr id="122" name="Text Box 4">
              <a:extLst>
                <a:ext uri="{FF2B5EF4-FFF2-40B4-BE49-F238E27FC236}">
                  <a16:creationId xmlns:a16="http://schemas.microsoft.com/office/drawing/2014/main" id="{F257E67A-3BF2-2F97-96AD-CDC01A8B1C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14874" y="10177265"/>
              <a:ext cx="2896652" cy="769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(h)</a:t>
              </a:r>
            </a:p>
          </p:txBody>
        </p:sp>
        <p:grpSp>
          <p:nvGrpSpPr>
            <p:cNvPr id="123" name="Group 16">
              <a:extLst>
                <a:ext uri="{FF2B5EF4-FFF2-40B4-BE49-F238E27FC236}">
                  <a16:creationId xmlns:a16="http://schemas.microsoft.com/office/drawing/2014/main" id="{21862A05-BC8A-ECD1-9F5A-3E31AA05A5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25813" y="10130319"/>
              <a:ext cx="5633888" cy="2178491"/>
              <a:chOff x="2429" y="78"/>
              <a:chExt cx="4655" cy="1800"/>
            </a:xfrm>
          </p:grpSpPr>
          <p:sp>
            <p:nvSpPr>
              <p:cNvPr id="124" name="Text Box 17">
                <a:extLst>
                  <a:ext uri="{FF2B5EF4-FFF2-40B4-BE49-F238E27FC236}">
                    <a16:creationId xmlns:a16="http://schemas.microsoft.com/office/drawing/2014/main" id="{CC6B546A-9A43-1B09-55C6-6A8B99192D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9" y="1223"/>
                <a:ext cx="1651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  b d</a:t>
                </a:r>
              </a:p>
            </p:txBody>
          </p:sp>
          <p:sp>
            <p:nvSpPr>
              <p:cNvPr id="125" name="Text Box 18">
                <a:extLst>
                  <a:ext uri="{FF2B5EF4-FFF2-40B4-BE49-F238E27FC236}">
                    <a16:creationId xmlns:a16="http://schemas.microsoft.com/office/drawing/2014/main" id="{F17057A2-EC96-D978-F209-0BBE8725CD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1" y="1242"/>
                <a:ext cx="2283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g  h k m</a:t>
                </a:r>
              </a:p>
            </p:txBody>
          </p:sp>
          <p:sp>
            <p:nvSpPr>
              <p:cNvPr id="126" name="Text Box 19">
                <a:extLst>
                  <a:ext uri="{FF2B5EF4-FFF2-40B4-BE49-F238E27FC236}">
                    <a16:creationId xmlns:a16="http://schemas.microsoft.com/office/drawing/2014/main" id="{EEB22F5C-F59C-CC95-56D1-1A470A4B85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78"/>
                <a:ext cx="768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</a:t>
                </a:r>
              </a:p>
            </p:txBody>
          </p:sp>
          <p:cxnSp>
            <p:nvCxnSpPr>
              <p:cNvPr id="127" name="AutoShape 20">
                <a:extLst>
                  <a:ext uri="{FF2B5EF4-FFF2-40B4-BE49-F238E27FC236}">
                    <a16:creationId xmlns:a16="http://schemas.microsoft.com/office/drawing/2014/main" id="{7717A10F-5622-CB60-D3CF-E022C98B7A83}"/>
                  </a:ext>
                </a:extLst>
              </p:cNvPr>
              <p:cNvCxnSpPr>
                <a:cxnSpLocks noChangeShapeType="1"/>
                <a:stCxn id="126" idx="2"/>
                <a:endCxn id="124" idx="0"/>
              </p:cNvCxnSpPr>
              <p:nvPr/>
            </p:nvCxnSpPr>
            <p:spPr bwMode="auto">
              <a:xfrm flipH="1">
                <a:off x="3255" y="714"/>
                <a:ext cx="1210" cy="509"/>
              </a:xfrm>
              <a:prstGeom prst="straightConnector1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round/>
                <a:headEnd/>
                <a:tailEnd/>
              </a:ln>
            </p:spPr>
          </p:cxnSp>
          <p:cxnSp>
            <p:nvCxnSpPr>
              <p:cNvPr id="128" name="AutoShape 21">
                <a:extLst>
                  <a:ext uri="{FF2B5EF4-FFF2-40B4-BE49-F238E27FC236}">
                    <a16:creationId xmlns:a16="http://schemas.microsoft.com/office/drawing/2014/main" id="{3AE089B0-FFFE-C342-EDC9-A3A5663BBE6C}"/>
                  </a:ext>
                </a:extLst>
              </p:cNvPr>
              <p:cNvCxnSpPr>
                <a:cxnSpLocks noChangeShapeType="1"/>
                <a:stCxn id="126" idx="2"/>
                <a:endCxn id="125" idx="0"/>
              </p:cNvCxnSpPr>
              <p:nvPr/>
            </p:nvCxnSpPr>
            <p:spPr bwMode="auto">
              <a:xfrm>
                <a:off x="4464" y="714"/>
                <a:ext cx="1478" cy="528"/>
              </a:xfrm>
              <a:prstGeom prst="straightConnector1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round/>
                <a:headEnd/>
                <a:tailEnd/>
              </a:ln>
            </p:spPr>
          </p:cxnSp>
        </p:grpSp>
        <p:sp>
          <p:nvSpPr>
            <p:cNvPr id="129" name="Text Box 4">
              <a:extLst>
                <a:ext uri="{FF2B5EF4-FFF2-40B4-BE49-F238E27FC236}">
                  <a16:creationId xmlns:a16="http://schemas.microsoft.com/office/drawing/2014/main" id="{3C9315CE-9BD3-DBFF-0A53-0C7F68B2F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14874" y="11186440"/>
              <a:ext cx="2896652" cy="769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(m)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0546560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383510" cy="951459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EC031CD-D9B7-CDDD-1D5A-D4C0C302C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1479" y="7890164"/>
            <a:ext cx="2896652" cy="769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+j</a:t>
            </a:r>
          </a:p>
        </p:txBody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0F1E3A3C-EE55-6122-53D4-BE83C46A8471}"/>
              </a:ext>
            </a:extLst>
          </p:cNvPr>
          <p:cNvGrpSpPr>
            <a:grpSpLocks/>
          </p:cNvGrpSpPr>
          <p:nvPr/>
        </p:nvGrpSpPr>
        <p:grpSpPr bwMode="auto">
          <a:xfrm>
            <a:off x="8916999" y="4073574"/>
            <a:ext cx="5633888" cy="2178491"/>
            <a:chOff x="2429" y="78"/>
            <a:chExt cx="4655" cy="1800"/>
          </a:xfrm>
        </p:grpSpPr>
        <p:sp>
          <p:nvSpPr>
            <p:cNvPr id="6" name="Text Box 17">
              <a:extLst>
                <a:ext uri="{FF2B5EF4-FFF2-40B4-BE49-F238E27FC236}">
                  <a16:creationId xmlns:a16="http://schemas.microsoft.com/office/drawing/2014/main" id="{F133ED4B-A950-62CE-4305-9BCB59227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9" y="1223"/>
              <a:ext cx="1651" cy="636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 b d</a:t>
              </a:r>
            </a:p>
          </p:txBody>
        </p:sp>
        <p:sp>
          <p:nvSpPr>
            <p:cNvPr id="7" name="Text Box 18">
              <a:extLst>
                <a:ext uri="{FF2B5EF4-FFF2-40B4-BE49-F238E27FC236}">
                  <a16:creationId xmlns:a16="http://schemas.microsoft.com/office/drawing/2014/main" id="{EC3AFC5F-9C4C-62E6-4209-E52F6FEA5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1" y="1242"/>
              <a:ext cx="2283" cy="636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  h k m</a:t>
              </a:r>
            </a:p>
          </p:txBody>
        </p:sp>
        <p:sp>
          <p:nvSpPr>
            <p:cNvPr id="8" name="Text Box 19">
              <a:extLst>
                <a:ext uri="{FF2B5EF4-FFF2-40B4-BE49-F238E27FC236}">
                  <a16:creationId xmlns:a16="http://schemas.microsoft.com/office/drawing/2014/main" id="{C1904D8A-A91C-A63A-C5CD-528F55DF6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78"/>
              <a:ext cx="768" cy="636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</a:t>
              </a:r>
            </a:p>
          </p:txBody>
        </p:sp>
        <p:cxnSp>
          <p:nvCxnSpPr>
            <p:cNvPr id="9" name="AutoShape 20">
              <a:extLst>
                <a:ext uri="{FF2B5EF4-FFF2-40B4-BE49-F238E27FC236}">
                  <a16:creationId xmlns:a16="http://schemas.microsoft.com/office/drawing/2014/main" id="{5644DE87-EEE2-DE48-58FA-FDC0FE5BEAFE}"/>
                </a:ext>
              </a:extLst>
            </p:cNvPr>
            <p:cNvCxnSpPr>
              <a:cxnSpLocks noChangeShapeType="1"/>
              <a:stCxn id="8" idx="2"/>
              <a:endCxn id="6" idx="0"/>
            </p:cNvCxnSpPr>
            <p:nvPr/>
          </p:nvCxnSpPr>
          <p:spPr bwMode="auto">
            <a:xfrm flipH="1">
              <a:off x="3255" y="714"/>
              <a:ext cx="1210" cy="509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cxnSp>
          <p:nvCxnSpPr>
            <p:cNvPr id="10" name="AutoShape 21">
              <a:extLst>
                <a:ext uri="{FF2B5EF4-FFF2-40B4-BE49-F238E27FC236}">
                  <a16:creationId xmlns:a16="http://schemas.microsoft.com/office/drawing/2014/main" id="{8B5FB1B4-EF08-B6E2-33FF-B8D2CE161DA4}"/>
                </a:ext>
              </a:extLst>
            </p:cNvPr>
            <p:cNvCxnSpPr>
              <a:cxnSpLocks noChangeShapeType="1"/>
              <a:stCxn id="8" idx="2"/>
              <a:endCxn id="7" idx="0"/>
            </p:cNvCxnSpPr>
            <p:nvPr/>
          </p:nvCxnSpPr>
          <p:spPr bwMode="auto">
            <a:xfrm>
              <a:off x="4464" y="714"/>
              <a:ext cx="1478" cy="528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2471BA-64C3-C037-40BA-62179513A97D}"/>
              </a:ext>
            </a:extLst>
          </p:cNvPr>
          <p:cNvGrpSpPr/>
          <p:nvPr/>
        </p:nvGrpSpPr>
        <p:grpSpPr>
          <a:xfrm>
            <a:off x="8103081" y="7164531"/>
            <a:ext cx="6286838" cy="2220860"/>
            <a:chOff x="8639238" y="6589371"/>
            <a:chExt cx="6286838" cy="2220860"/>
          </a:xfrm>
        </p:grpSpPr>
        <p:sp>
          <p:nvSpPr>
            <p:cNvPr id="12" name="Text Box 17">
              <a:extLst>
                <a:ext uri="{FF2B5EF4-FFF2-40B4-BE49-F238E27FC236}">
                  <a16:creationId xmlns:a16="http://schemas.microsoft.com/office/drawing/2014/main" id="{C8047D95-8318-4036-BBB8-000A5DF58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9238" y="8038077"/>
              <a:ext cx="1998185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 b d</a:t>
              </a:r>
            </a:p>
          </p:txBody>
        </p:sp>
        <p:sp>
          <p:nvSpPr>
            <p:cNvPr id="13" name="Text Box 18">
              <a:extLst>
                <a:ext uri="{FF2B5EF4-FFF2-40B4-BE49-F238E27FC236}">
                  <a16:creationId xmlns:a16="http://schemas.microsoft.com/office/drawing/2014/main" id="{B808022B-2934-8A54-0C85-616A7ECB4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0963" y="8040498"/>
              <a:ext cx="1681089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  h</a:t>
              </a:r>
            </a:p>
          </p:txBody>
        </p:sp>
        <p:sp>
          <p:nvSpPr>
            <p:cNvPr id="14" name="Text Box 19">
              <a:extLst>
                <a:ext uri="{FF2B5EF4-FFF2-40B4-BE49-F238E27FC236}">
                  <a16:creationId xmlns:a16="http://schemas.microsoft.com/office/drawing/2014/main" id="{AECC2BA9-1503-69B4-2065-6D575627A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03686" y="6589371"/>
              <a:ext cx="1276853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 j</a:t>
              </a:r>
            </a:p>
          </p:txBody>
        </p:sp>
        <p:cxnSp>
          <p:nvCxnSpPr>
            <p:cNvPr id="15" name="AutoShape 20">
              <a:extLst>
                <a:ext uri="{FF2B5EF4-FFF2-40B4-BE49-F238E27FC236}">
                  <a16:creationId xmlns:a16="http://schemas.microsoft.com/office/drawing/2014/main" id="{C8734DE0-28D6-53EB-AAEF-4CF9CE20B695}"/>
                </a:ext>
              </a:extLst>
            </p:cNvPr>
            <p:cNvCxnSpPr>
              <a:cxnSpLocks noChangeShapeType="1"/>
              <a:stCxn id="14" idx="2"/>
              <a:endCxn id="12" idx="0"/>
            </p:cNvCxnSpPr>
            <p:nvPr/>
          </p:nvCxnSpPr>
          <p:spPr bwMode="auto">
            <a:xfrm flipH="1">
              <a:off x="9638331" y="7359104"/>
              <a:ext cx="2303782" cy="678973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cxnSp>
          <p:nvCxnSpPr>
            <p:cNvPr id="16" name="AutoShape 21">
              <a:extLst>
                <a:ext uri="{FF2B5EF4-FFF2-40B4-BE49-F238E27FC236}">
                  <a16:creationId xmlns:a16="http://schemas.microsoft.com/office/drawing/2014/main" id="{B68E92C0-420D-2FF7-05A7-133C6B1066BB}"/>
                </a:ext>
              </a:extLst>
            </p:cNvPr>
            <p:cNvCxnSpPr>
              <a:cxnSpLocks noChangeShapeType="1"/>
              <a:stCxn id="14" idx="2"/>
              <a:endCxn id="13" idx="0"/>
            </p:cNvCxnSpPr>
            <p:nvPr/>
          </p:nvCxnSpPr>
          <p:spPr bwMode="auto">
            <a:xfrm flipH="1">
              <a:off x="11941508" y="7359104"/>
              <a:ext cx="605" cy="681394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17" name="Text Box 18">
              <a:extLst>
                <a:ext uri="{FF2B5EF4-FFF2-40B4-BE49-F238E27FC236}">
                  <a16:creationId xmlns:a16="http://schemas.microsoft.com/office/drawing/2014/main" id="{A9E866F6-C281-B6EF-19FC-E9602D914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5592" y="8015363"/>
              <a:ext cx="1680484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 m</a:t>
              </a:r>
            </a:p>
          </p:txBody>
        </p:sp>
        <p:cxnSp>
          <p:nvCxnSpPr>
            <p:cNvPr id="20" name="AutoShape 21">
              <a:extLst>
                <a:ext uri="{FF2B5EF4-FFF2-40B4-BE49-F238E27FC236}">
                  <a16:creationId xmlns:a16="http://schemas.microsoft.com/office/drawing/2014/main" id="{048377CB-53BA-02B1-3012-D88A83C10F6E}"/>
                </a:ext>
              </a:extLst>
            </p:cNvPr>
            <p:cNvCxnSpPr>
              <a:cxnSpLocks noChangeShapeType="1"/>
              <a:stCxn id="14" idx="2"/>
              <a:endCxn id="17" idx="0"/>
            </p:cNvCxnSpPr>
            <p:nvPr/>
          </p:nvCxnSpPr>
          <p:spPr bwMode="auto">
            <a:xfrm>
              <a:off x="11942113" y="7359104"/>
              <a:ext cx="2143721" cy="656259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9D20E6E-06FB-39BA-8D99-4C855A5400AD}"/>
              </a:ext>
            </a:extLst>
          </p:cNvPr>
          <p:cNvGrpSpPr/>
          <p:nvPr/>
        </p:nvGrpSpPr>
        <p:grpSpPr>
          <a:xfrm>
            <a:off x="7467600" y="10322083"/>
            <a:ext cx="8205025" cy="2209397"/>
            <a:chOff x="8003757" y="6600834"/>
            <a:chExt cx="8205025" cy="2209397"/>
          </a:xfrm>
        </p:grpSpPr>
        <p:sp>
          <p:nvSpPr>
            <p:cNvPr id="28" name="Text Box 17">
              <a:extLst>
                <a:ext uri="{FF2B5EF4-FFF2-40B4-BE49-F238E27FC236}">
                  <a16:creationId xmlns:a16="http://schemas.microsoft.com/office/drawing/2014/main" id="{349C0CBF-8970-00E5-0F0B-B0518EBDF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3757" y="8038077"/>
              <a:ext cx="2633667" cy="769441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 b d e</a:t>
              </a:r>
            </a:p>
          </p:txBody>
        </p:sp>
        <p:sp>
          <p:nvSpPr>
            <p:cNvPr id="29" name="Text Box 18">
              <a:extLst>
                <a:ext uri="{FF2B5EF4-FFF2-40B4-BE49-F238E27FC236}">
                  <a16:creationId xmlns:a16="http://schemas.microsoft.com/office/drawing/2014/main" id="{A1DA954C-FDD1-E358-7E58-C34D596E8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0963" y="8040498"/>
              <a:ext cx="1881194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  h </a:t>
              </a:r>
              <a:r>
                <a:rPr lang="en-US" altLang="en-US" sz="4400" dirty="0" err="1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</a:t>
              </a:r>
              <a:endPara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Text Box 19">
              <a:extLst>
                <a:ext uri="{FF2B5EF4-FFF2-40B4-BE49-F238E27FC236}">
                  <a16:creationId xmlns:a16="http://schemas.microsoft.com/office/drawing/2014/main" id="{7D0E36DE-6256-2DAE-87D1-9530D5C7F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04845" y="6600834"/>
              <a:ext cx="1276853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 j</a:t>
              </a:r>
            </a:p>
          </p:txBody>
        </p:sp>
        <p:cxnSp>
          <p:nvCxnSpPr>
            <p:cNvPr id="31" name="AutoShape 20">
              <a:extLst>
                <a:ext uri="{FF2B5EF4-FFF2-40B4-BE49-F238E27FC236}">
                  <a16:creationId xmlns:a16="http://schemas.microsoft.com/office/drawing/2014/main" id="{D1302607-74D2-40B6-B2D4-F405D7C5E473}"/>
                </a:ext>
              </a:extLst>
            </p:cNvPr>
            <p:cNvCxnSpPr>
              <a:cxnSpLocks noChangeShapeType="1"/>
              <a:stCxn id="30" idx="2"/>
              <a:endCxn id="28" idx="0"/>
            </p:cNvCxnSpPr>
            <p:nvPr/>
          </p:nvCxnSpPr>
          <p:spPr bwMode="auto">
            <a:xfrm flipH="1">
              <a:off x="9320591" y="7370567"/>
              <a:ext cx="2722681" cy="667510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cxnSp>
          <p:nvCxnSpPr>
            <p:cNvPr id="32" name="AutoShape 21">
              <a:extLst>
                <a:ext uri="{FF2B5EF4-FFF2-40B4-BE49-F238E27FC236}">
                  <a16:creationId xmlns:a16="http://schemas.microsoft.com/office/drawing/2014/main" id="{C7B84556-35F4-5C36-C032-F12EB1936755}"/>
                </a:ext>
              </a:extLst>
            </p:cNvPr>
            <p:cNvCxnSpPr>
              <a:cxnSpLocks noChangeShapeType="1"/>
              <a:stCxn id="30" idx="2"/>
              <a:endCxn id="29" idx="0"/>
            </p:cNvCxnSpPr>
            <p:nvPr/>
          </p:nvCxnSpPr>
          <p:spPr bwMode="auto">
            <a:xfrm flipH="1">
              <a:off x="12041560" y="7370567"/>
              <a:ext cx="1712" cy="669931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33" name="Text Box 18">
              <a:extLst>
                <a:ext uri="{FF2B5EF4-FFF2-40B4-BE49-F238E27FC236}">
                  <a16:creationId xmlns:a16="http://schemas.microsoft.com/office/drawing/2014/main" id="{20E14591-4A68-8E62-93D0-8B2AE853B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5696" y="8015363"/>
              <a:ext cx="276308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 m r s</a:t>
              </a:r>
            </a:p>
          </p:txBody>
        </p:sp>
        <p:cxnSp>
          <p:nvCxnSpPr>
            <p:cNvPr id="34" name="AutoShape 21">
              <a:extLst>
                <a:ext uri="{FF2B5EF4-FFF2-40B4-BE49-F238E27FC236}">
                  <a16:creationId xmlns:a16="http://schemas.microsoft.com/office/drawing/2014/main" id="{A102F920-9DA8-BBB0-2E64-A221430EDD8B}"/>
                </a:ext>
              </a:extLst>
            </p:cNvPr>
            <p:cNvCxnSpPr>
              <a:cxnSpLocks noChangeShapeType="1"/>
              <a:stCxn id="30" idx="2"/>
              <a:endCxn id="33" idx="0"/>
            </p:cNvCxnSpPr>
            <p:nvPr/>
          </p:nvCxnSpPr>
          <p:spPr bwMode="auto">
            <a:xfrm>
              <a:off x="12043272" y="7370567"/>
              <a:ext cx="2783967" cy="644796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</p:grpSp>
      <p:sp>
        <p:nvSpPr>
          <p:cNvPr id="35" name="Text Box 4">
            <a:extLst>
              <a:ext uri="{FF2B5EF4-FFF2-40B4-BE49-F238E27FC236}">
                <a16:creationId xmlns:a16="http://schemas.microsoft.com/office/drawing/2014/main" id="{A0EAD6B7-8FC1-07C5-63CB-292C38D90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860" y="10724566"/>
            <a:ext cx="396969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+e, +s, +I, +r</a:t>
            </a:r>
          </a:p>
        </p:txBody>
      </p:sp>
    </p:spTree>
    <p:extLst>
      <p:ext uri="{BB962C8B-B14F-4D97-AF65-F5344CB8AC3E}">
        <p14:creationId xmlns:p14="http://schemas.microsoft.com/office/powerpoint/2010/main" val="1513449866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383510" cy="951459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EC031CD-D9B7-CDDD-1D5A-D4C0C302C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8906" y="7635556"/>
            <a:ext cx="2896652" cy="769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+x</a:t>
            </a:r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A0EAD6B7-8FC1-07C5-63CB-292C38D90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7638" y="10674304"/>
            <a:ext cx="449125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+c, +l, +n, +t, +u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390C63-90ED-142B-EF38-D8C09CBEADE4}"/>
              </a:ext>
            </a:extLst>
          </p:cNvPr>
          <p:cNvGrpSpPr/>
          <p:nvPr/>
        </p:nvGrpSpPr>
        <p:grpSpPr>
          <a:xfrm>
            <a:off x="7302837" y="3696448"/>
            <a:ext cx="8205025" cy="2209397"/>
            <a:chOff x="8003757" y="6600834"/>
            <a:chExt cx="8205025" cy="2209397"/>
          </a:xfrm>
        </p:grpSpPr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EE17E68D-52F9-2145-45C8-0E6229E4D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3757" y="8038077"/>
              <a:ext cx="2633667" cy="769441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 b d e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3D52FCAA-31F4-6089-9B21-8B3D1130E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0963" y="8040498"/>
              <a:ext cx="1881194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  h </a:t>
              </a:r>
              <a:r>
                <a:rPr lang="en-US" altLang="en-US" sz="4400" dirty="0" err="1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</a:t>
              </a:r>
              <a:endPara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1B3A483E-DED9-CEFA-1AE6-DCE08EFC3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04845" y="6600834"/>
              <a:ext cx="1276853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 j</a:t>
              </a:r>
            </a:p>
          </p:txBody>
        </p:sp>
        <p:cxnSp>
          <p:nvCxnSpPr>
            <p:cNvPr id="22" name="AutoShape 20">
              <a:extLst>
                <a:ext uri="{FF2B5EF4-FFF2-40B4-BE49-F238E27FC236}">
                  <a16:creationId xmlns:a16="http://schemas.microsoft.com/office/drawing/2014/main" id="{0B96F515-BAAE-9696-56A6-F159F95DEF48}"/>
                </a:ext>
              </a:extLst>
            </p:cNvPr>
            <p:cNvCxnSpPr>
              <a:cxnSpLocks noChangeShapeType="1"/>
              <a:stCxn id="21" idx="2"/>
              <a:endCxn id="18" idx="0"/>
            </p:cNvCxnSpPr>
            <p:nvPr/>
          </p:nvCxnSpPr>
          <p:spPr bwMode="auto">
            <a:xfrm flipH="1">
              <a:off x="9320591" y="7370567"/>
              <a:ext cx="2722681" cy="667510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cxnSp>
          <p:nvCxnSpPr>
            <p:cNvPr id="23" name="AutoShape 21">
              <a:extLst>
                <a:ext uri="{FF2B5EF4-FFF2-40B4-BE49-F238E27FC236}">
                  <a16:creationId xmlns:a16="http://schemas.microsoft.com/office/drawing/2014/main" id="{213844C8-D5EC-73D9-19A7-BD906E4D06B5}"/>
                </a:ext>
              </a:extLst>
            </p:cNvPr>
            <p:cNvCxnSpPr>
              <a:cxnSpLocks noChangeShapeType="1"/>
              <a:stCxn id="21" idx="2"/>
              <a:endCxn id="19" idx="0"/>
            </p:cNvCxnSpPr>
            <p:nvPr/>
          </p:nvCxnSpPr>
          <p:spPr bwMode="auto">
            <a:xfrm flipH="1">
              <a:off x="12041560" y="7370567"/>
              <a:ext cx="1712" cy="669931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24" name="Text Box 18">
              <a:extLst>
                <a:ext uri="{FF2B5EF4-FFF2-40B4-BE49-F238E27FC236}">
                  <a16:creationId xmlns:a16="http://schemas.microsoft.com/office/drawing/2014/main" id="{268097AF-1357-A981-92E5-F25B7E06A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5696" y="8015363"/>
              <a:ext cx="276308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 m r s</a:t>
              </a:r>
            </a:p>
          </p:txBody>
        </p:sp>
        <p:cxnSp>
          <p:nvCxnSpPr>
            <p:cNvPr id="25" name="AutoShape 21">
              <a:extLst>
                <a:ext uri="{FF2B5EF4-FFF2-40B4-BE49-F238E27FC236}">
                  <a16:creationId xmlns:a16="http://schemas.microsoft.com/office/drawing/2014/main" id="{CD1325B1-B2D8-6D05-F183-B82258DE3F81}"/>
                </a:ext>
              </a:extLst>
            </p:cNvPr>
            <p:cNvCxnSpPr>
              <a:cxnSpLocks noChangeShapeType="1"/>
              <a:stCxn id="21" idx="2"/>
              <a:endCxn id="24" idx="0"/>
            </p:cNvCxnSpPr>
            <p:nvPr/>
          </p:nvCxnSpPr>
          <p:spPr bwMode="auto">
            <a:xfrm>
              <a:off x="12043272" y="7370567"/>
              <a:ext cx="2783967" cy="644796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B7ADA4D-5F94-7695-8354-50391B8DA940}"/>
              </a:ext>
            </a:extLst>
          </p:cNvPr>
          <p:cNvGrpSpPr/>
          <p:nvPr/>
        </p:nvGrpSpPr>
        <p:grpSpPr>
          <a:xfrm>
            <a:off x="6047348" y="6952944"/>
            <a:ext cx="11431650" cy="2159126"/>
            <a:chOff x="7302837" y="7034401"/>
            <a:chExt cx="11431650" cy="2159126"/>
          </a:xfrm>
        </p:grpSpPr>
        <p:sp>
          <p:nvSpPr>
            <p:cNvPr id="37" name="Text Box 17">
              <a:extLst>
                <a:ext uri="{FF2B5EF4-FFF2-40B4-BE49-F238E27FC236}">
                  <a16:creationId xmlns:a16="http://schemas.microsoft.com/office/drawing/2014/main" id="{B2BA60E7-A040-D6DE-04C7-9444C9158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837" y="8421373"/>
              <a:ext cx="2633667" cy="769441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 b d e</a:t>
              </a:r>
            </a:p>
          </p:txBody>
        </p:sp>
        <p:sp>
          <p:nvSpPr>
            <p:cNvPr id="38" name="Text Box 18">
              <a:extLst>
                <a:ext uri="{FF2B5EF4-FFF2-40B4-BE49-F238E27FC236}">
                  <a16:creationId xmlns:a16="http://schemas.microsoft.com/office/drawing/2014/main" id="{9827660D-8BEE-69A0-93C8-EDFD6DED9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00043" y="8423794"/>
              <a:ext cx="1881194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  h </a:t>
              </a:r>
              <a:r>
                <a:rPr lang="en-US" altLang="en-US" sz="4400" dirty="0" err="1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</a:t>
              </a:r>
              <a:endPara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Text Box 19">
              <a:extLst>
                <a:ext uri="{FF2B5EF4-FFF2-40B4-BE49-F238E27FC236}">
                  <a16:creationId xmlns:a16="http://schemas.microsoft.com/office/drawing/2014/main" id="{01B15985-3F29-ADC5-7CD3-E2DB3BA8DC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46904" y="7034401"/>
              <a:ext cx="1488075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 j r</a:t>
              </a:r>
            </a:p>
          </p:txBody>
        </p:sp>
        <p:cxnSp>
          <p:nvCxnSpPr>
            <p:cNvPr id="40" name="AutoShape 20">
              <a:extLst>
                <a:ext uri="{FF2B5EF4-FFF2-40B4-BE49-F238E27FC236}">
                  <a16:creationId xmlns:a16="http://schemas.microsoft.com/office/drawing/2014/main" id="{7B770C6F-5F70-01AC-27EC-313B0F0DBF47}"/>
                </a:ext>
              </a:extLst>
            </p:cNvPr>
            <p:cNvCxnSpPr>
              <a:cxnSpLocks noChangeShapeType="1"/>
              <a:stCxn id="39" idx="2"/>
              <a:endCxn id="37" idx="0"/>
            </p:cNvCxnSpPr>
            <p:nvPr/>
          </p:nvCxnSpPr>
          <p:spPr bwMode="auto">
            <a:xfrm flipH="1">
              <a:off x="8619671" y="7804134"/>
              <a:ext cx="3971271" cy="617239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cxnSp>
          <p:nvCxnSpPr>
            <p:cNvPr id="41" name="AutoShape 21">
              <a:extLst>
                <a:ext uri="{FF2B5EF4-FFF2-40B4-BE49-F238E27FC236}">
                  <a16:creationId xmlns:a16="http://schemas.microsoft.com/office/drawing/2014/main" id="{9CB4BF5F-042A-8AC9-F452-3B9FBEC6C795}"/>
                </a:ext>
              </a:extLst>
            </p:cNvPr>
            <p:cNvCxnSpPr>
              <a:cxnSpLocks noChangeShapeType="1"/>
              <a:stCxn id="39" idx="2"/>
              <a:endCxn id="38" idx="0"/>
            </p:cNvCxnSpPr>
            <p:nvPr/>
          </p:nvCxnSpPr>
          <p:spPr bwMode="auto">
            <a:xfrm flipH="1">
              <a:off x="11340640" y="7804134"/>
              <a:ext cx="1250302" cy="619660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42" name="Text Box 18">
              <a:extLst>
                <a:ext uri="{FF2B5EF4-FFF2-40B4-BE49-F238E27FC236}">
                  <a16:creationId xmlns:a16="http://schemas.microsoft.com/office/drawing/2014/main" id="{D88A1142-CA62-6FDA-95A8-9018809E8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4776" y="8398659"/>
              <a:ext cx="276308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 m r s</a:t>
              </a:r>
            </a:p>
          </p:txBody>
        </p:sp>
        <p:cxnSp>
          <p:nvCxnSpPr>
            <p:cNvPr id="43" name="AutoShape 21">
              <a:extLst>
                <a:ext uri="{FF2B5EF4-FFF2-40B4-BE49-F238E27FC236}">
                  <a16:creationId xmlns:a16="http://schemas.microsoft.com/office/drawing/2014/main" id="{4AA8B956-86A5-E746-B015-FEA80010E3BE}"/>
                </a:ext>
              </a:extLst>
            </p:cNvPr>
            <p:cNvCxnSpPr>
              <a:cxnSpLocks noChangeShapeType="1"/>
              <a:stCxn id="39" idx="2"/>
              <a:endCxn id="42" idx="0"/>
            </p:cNvCxnSpPr>
            <p:nvPr/>
          </p:nvCxnSpPr>
          <p:spPr bwMode="auto">
            <a:xfrm>
              <a:off x="12590942" y="7804134"/>
              <a:ext cx="1535377" cy="594525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50" name="Text Box 18">
              <a:extLst>
                <a:ext uri="{FF2B5EF4-FFF2-40B4-BE49-F238E27FC236}">
                  <a16:creationId xmlns:a16="http://schemas.microsoft.com/office/drawing/2014/main" id="{AC0639F7-E28E-791E-288C-5DEC7EC96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71401" y="8375393"/>
              <a:ext cx="276308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 m r s</a:t>
              </a:r>
            </a:p>
          </p:txBody>
        </p:sp>
        <p:cxnSp>
          <p:nvCxnSpPr>
            <p:cNvPr id="51" name="AutoShape 21">
              <a:extLst>
                <a:ext uri="{FF2B5EF4-FFF2-40B4-BE49-F238E27FC236}">
                  <a16:creationId xmlns:a16="http://schemas.microsoft.com/office/drawing/2014/main" id="{9AC0DD8E-1413-8266-B3B2-C4633512F575}"/>
                </a:ext>
              </a:extLst>
            </p:cNvPr>
            <p:cNvCxnSpPr>
              <a:cxnSpLocks noChangeShapeType="1"/>
              <a:stCxn id="39" idx="2"/>
              <a:endCxn id="50" idx="0"/>
            </p:cNvCxnSpPr>
            <p:nvPr/>
          </p:nvCxnSpPr>
          <p:spPr bwMode="auto">
            <a:xfrm>
              <a:off x="12590942" y="7804134"/>
              <a:ext cx="4762002" cy="571259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C1758B1-9CD4-BECB-8DA5-E069CE6BF07B}"/>
              </a:ext>
            </a:extLst>
          </p:cNvPr>
          <p:cNvGrpSpPr/>
          <p:nvPr/>
        </p:nvGrpSpPr>
        <p:grpSpPr>
          <a:xfrm>
            <a:off x="6638893" y="10479601"/>
            <a:ext cx="12001890" cy="2211806"/>
            <a:chOff x="7302837" y="10520915"/>
            <a:chExt cx="12001890" cy="2211806"/>
          </a:xfrm>
        </p:grpSpPr>
        <p:sp>
          <p:nvSpPr>
            <p:cNvPr id="60" name="Text Box 17">
              <a:extLst>
                <a:ext uri="{FF2B5EF4-FFF2-40B4-BE49-F238E27FC236}">
                  <a16:creationId xmlns:a16="http://schemas.microsoft.com/office/drawing/2014/main" id="{FCB7A003-FC42-0F3C-5AB5-50EA731E2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837" y="11919253"/>
              <a:ext cx="1378178" cy="769441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 b</a:t>
              </a:r>
            </a:p>
          </p:txBody>
        </p:sp>
        <p:sp>
          <p:nvSpPr>
            <p:cNvPr id="61" name="Text Box 18">
              <a:extLst>
                <a:ext uri="{FF2B5EF4-FFF2-40B4-BE49-F238E27FC236}">
                  <a16:creationId xmlns:a16="http://schemas.microsoft.com/office/drawing/2014/main" id="{E6DC7C63-9B79-C786-D930-B4347BB6C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554" y="11921674"/>
              <a:ext cx="1378178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 e</a:t>
              </a:r>
            </a:p>
          </p:txBody>
        </p:sp>
        <p:sp>
          <p:nvSpPr>
            <p:cNvPr id="62" name="Text Box 19">
              <a:extLst>
                <a:ext uri="{FF2B5EF4-FFF2-40B4-BE49-F238E27FC236}">
                  <a16:creationId xmlns:a16="http://schemas.microsoft.com/office/drawing/2014/main" id="{ED7BF51C-E63E-7D22-5402-3F43C8DFA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2193" y="10520915"/>
              <a:ext cx="2153361" cy="769441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 f j r</a:t>
              </a:r>
            </a:p>
          </p:txBody>
        </p:sp>
        <p:cxnSp>
          <p:nvCxnSpPr>
            <p:cNvPr id="63" name="AutoShape 20">
              <a:extLst>
                <a:ext uri="{FF2B5EF4-FFF2-40B4-BE49-F238E27FC236}">
                  <a16:creationId xmlns:a16="http://schemas.microsoft.com/office/drawing/2014/main" id="{DD4FD2F7-C88F-E6E7-056F-9731A1D784F0}"/>
                </a:ext>
              </a:extLst>
            </p:cNvPr>
            <p:cNvCxnSpPr>
              <a:cxnSpLocks noChangeShapeType="1"/>
              <a:stCxn id="62" idx="2"/>
              <a:endCxn id="60" idx="0"/>
            </p:cNvCxnSpPr>
            <p:nvPr/>
          </p:nvCxnSpPr>
          <p:spPr bwMode="auto">
            <a:xfrm flipH="1">
              <a:off x="7991926" y="11290356"/>
              <a:ext cx="3926948" cy="628897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cxnSp>
          <p:nvCxnSpPr>
            <p:cNvPr id="64" name="AutoShape 21">
              <a:extLst>
                <a:ext uri="{FF2B5EF4-FFF2-40B4-BE49-F238E27FC236}">
                  <a16:creationId xmlns:a16="http://schemas.microsoft.com/office/drawing/2014/main" id="{A46033E4-6BD5-9200-830D-D75DB9100AF2}"/>
                </a:ext>
              </a:extLst>
            </p:cNvPr>
            <p:cNvCxnSpPr>
              <a:cxnSpLocks noChangeShapeType="1"/>
              <a:stCxn id="62" idx="2"/>
              <a:endCxn id="61" idx="0"/>
            </p:cNvCxnSpPr>
            <p:nvPr/>
          </p:nvCxnSpPr>
          <p:spPr bwMode="auto">
            <a:xfrm flipH="1">
              <a:off x="9833643" y="11290356"/>
              <a:ext cx="2085231" cy="631318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65" name="Text Box 18">
              <a:extLst>
                <a:ext uri="{FF2B5EF4-FFF2-40B4-BE49-F238E27FC236}">
                  <a16:creationId xmlns:a16="http://schemas.microsoft.com/office/drawing/2014/main" id="{50E691B4-1FF2-8B19-F504-E0C070FDA7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86271" y="11962988"/>
              <a:ext cx="186520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 h </a:t>
              </a:r>
              <a:r>
                <a:rPr lang="en-US" altLang="en-US" sz="4400" dirty="0" err="1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</a:t>
              </a:r>
              <a:endPara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6" name="AutoShape 21">
              <a:extLst>
                <a:ext uri="{FF2B5EF4-FFF2-40B4-BE49-F238E27FC236}">
                  <a16:creationId xmlns:a16="http://schemas.microsoft.com/office/drawing/2014/main" id="{67ACB67A-207D-C25A-F2C0-36E53F96D5F5}"/>
                </a:ext>
              </a:extLst>
            </p:cNvPr>
            <p:cNvCxnSpPr>
              <a:cxnSpLocks noChangeShapeType="1"/>
              <a:stCxn id="62" idx="2"/>
              <a:endCxn id="65" idx="0"/>
            </p:cNvCxnSpPr>
            <p:nvPr/>
          </p:nvCxnSpPr>
          <p:spPr bwMode="auto">
            <a:xfrm>
              <a:off x="11918874" y="11290356"/>
              <a:ext cx="0" cy="672632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67" name="Text Box 18">
              <a:extLst>
                <a:ext uri="{FF2B5EF4-FFF2-40B4-BE49-F238E27FC236}">
                  <a16:creationId xmlns:a16="http://schemas.microsoft.com/office/drawing/2014/main" id="{ED5CAAE6-1FBA-6A9A-6D23-CDADD716B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5016" y="11962987"/>
              <a:ext cx="276308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 I m n</a:t>
              </a:r>
            </a:p>
          </p:txBody>
        </p:sp>
        <p:cxnSp>
          <p:nvCxnSpPr>
            <p:cNvPr id="68" name="AutoShape 21">
              <a:extLst>
                <a:ext uri="{FF2B5EF4-FFF2-40B4-BE49-F238E27FC236}">
                  <a16:creationId xmlns:a16="http://schemas.microsoft.com/office/drawing/2014/main" id="{A32A2BD5-2D52-6E9B-EE8D-933D444CFA33}"/>
                </a:ext>
              </a:extLst>
            </p:cNvPr>
            <p:cNvCxnSpPr>
              <a:cxnSpLocks noChangeShapeType="1"/>
              <a:stCxn id="62" idx="2"/>
              <a:endCxn id="67" idx="0"/>
            </p:cNvCxnSpPr>
            <p:nvPr/>
          </p:nvCxnSpPr>
          <p:spPr bwMode="auto">
            <a:xfrm>
              <a:off x="11918874" y="11290356"/>
              <a:ext cx="2777685" cy="672631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82" name="Text Box 18">
              <a:extLst>
                <a:ext uri="{FF2B5EF4-FFF2-40B4-BE49-F238E27FC236}">
                  <a16:creationId xmlns:a16="http://schemas.microsoft.com/office/drawing/2014/main" id="{3D492D13-5C65-F66F-4461-CCEFF0631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1641" y="11962987"/>
              <a:ext cx="276308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 t u x</a:t>
              </a:r>
            </a:p>
          </p:txBody>
        </p:sp>
        <p:cxnSp>
          <p:nvCxnSpPr>
            <p:cNvPr id="83" name="AutoShape 21">
              <a:extLst>
                <a:ext uri="{FF2B5EF4-FFF2-40B4-BE49-F238E27FC236}">
                  <a16:creationId xmlns:a16="http://schemas.microsoft.com/office/drawing/2014/main" id="{6E8E79E9-9A6F-C41F-EB19-F38CE71EE6B5}"/>
                </a:ext>
              </a:extLst>
            </p:cNvPr>
            <p:cNvCxnSpPr>
              <a:cxnSpLocks noChangeShapeType="1"/>
              <a:stCxn id="62" idx="2"/>
              <a:endCxn id="82" idx="0"/>
            </p:cNvCxnSpPr>
            <p:nvPr/>
          </p:nvCxnSpPr>
          <p:spPr bwMode="auto">
            <a:xfrm>
              <a:off x="11918874" y="11290356"/>
              <a:ext cx="6004310" cy="672631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</p:grpSp>
    </p:spTree>
    <p:extLst>
      <p:ext uri="{BB962C8B-B14F-4D97-AF65-F5344CB8AC3E}">
        <p14:creationId xmlns:p14="http://schemas.microsoft.com/office/powerpoint/2010/main" val="878946995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DELETION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71187"/>
            <a:ext cx="19342794" cy="7925085"/>
          </a:xfrm>
        </p:spPr>
        <p:txBody>
          <a:bodyPr>
            <a:normAutofit fontScale="85000" lnSpcReduction="10000"/>
          </a:bodyPr>
          <a:lstStyle/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Supposed we want to delete a key from B-tree.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Find a leaf key which can replace key we want to delete. It means deletion always occurs in a leaf node. Let the leaf named p.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size of p &gt; m/2, then delete it.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size of p = m/2, then:</a:t>
            </a:r>
          </a:p>
          <a:p>
            <a:pPr marL="1128713" indent="-620713">
              <a:lnSpc>
                <a:spcPct val="16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its sibling be q.</a:t>
            </a:r>
          </a:p>
          <a:p>
            <a:pPr marL="1128713" indent="-620713">
              <a:lnSpc>
                <a:spcPct val="16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size of q &gt; m/2, then rotate the value to p (via its parent).</a:t>
            </a:r>
          </a:p>
          <a:p>
            <a:pPr marL="1128713" indent="-620713">
              <a:lnSpc>
                <a:spcPct val="16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size of q = m/2, merge p and q (and one key from its parent).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Fix parent recursively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406169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383510" cy="951459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CC3DE8F6-879E-A527-A6AE-7CD5D3F02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7377" y="3979201"/>
            <a:ext cx="19995937" cy="801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95503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383510" cy="951459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757CF-0231-F7D4-4132-2C47A3183A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71187"/>
            <a:ext cx="19342794" cy="7925085"/>
          </a:xfrm>
        </p:spPr>
        <p:txBody>
          <a:bodyPr>
            <a:normAutofit/>
          </a:bodyPr>
          <a:lstStyle/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sizeof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 = m/2 and </a:t>
            </a:r>
            <a:r>
              <a:rPr lang="en-ID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sizeof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 = m/2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6DDE051-F977-0545-1A95-CDE9E4403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4885" y="5174162"/>
            <a:ext cx="15079680" cy="792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04252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20191880" cy="8644204"/>
          </a:xfrm>
        </p:spPr>
        <p:txBody>
          <a:bodyPr>
            <a:normAutofit fontScale="92500"/>
          </a:bodyPr>
          <a:lstStyle/>
          <a:p>
            <a:pPr marL="504000" indent="-5040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S. Sridhar. 2015. Design and Analysis of Algorithms. Oxford University Press. New Delhi. ISBN: 9780198093695. Chapter 10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Reema 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Thareja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2014. Data structures using C. Oxford University Press. New Delhi. ISBN:9780198099307. Chapter 11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Thomas H. 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Cormen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Charles E. 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Leiserson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Ronald L. Rivest, &amp; Clifford Stein. (2009). Introduction to Algorithms. 03. The MIT Press. London. ISBN: 9780262033848. Chapter 18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B-Trees, https://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www.cs.usfca.edu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/~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galles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/visualization/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BTree.html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04000" indent="-5040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B-Trees, https://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opendsa-server.cs.vt.edu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/ODSA/Books/CS3/html/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BTree.html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99302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2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3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1769</TotalTime>
  <Words>2438</Words>
  <Application>Microsoft Macintosh PowerPoint</Application>
  <PresentationFormat>Custom</PresentationFormat>
  <Paragraphs>251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OCRB</vt:lpstr>
      <vt:lpstr>Open Sans</vt:lpstr>
      <vt:lpstr>Wingdings</vt:lpstr>
      <vt:lpstr>Courier New</vt:lpstr>
      <vt:lpstr>Open Sans Semibold</vt:lpstr>
      <vt:lpstr>Open Sans Light</vt:lpstr>
      <vt:lpstr>Open Sans ExtraBold</vt:lpstr>
      <vt:lpstr>Arial</vt:lpstr>
      <vt:lpstr>21_BasicWhite</vt:lpstr>
      <vt:lpstr>22_BasicWhite</vt:lpstr>
      <vt:lpstr>B-Tree</vt:lpstr>
      <vt:lpstr>Learning outcomes</vt:lpstr>
      <vt:lpstr>Subtopics</vt:lpstr>
      <vt:lpstr>B-TREE CONCEPT &amp; APPLICATION</vt:lpstr>
      <vt:lpstr>B-TREE CONCEPT &amp; APPLICATION</vt:lpstr>
      <vt:lpstr>B-TREE CONCEPT &amp; APPLICATION</vt:lpstr>
      <vt:lpstr>B-TREE PROPERTY</vt:lpstr>
      <vt:lpstr>B-TREE 2-3</vt:lpstr>
      <vt:lpstr>B-TREE 2-3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</vt:lpstr>
      <vt:lpstr>Operations: Search, Insert, Delete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B-tree order 4-5</vt:lpstr>
      <vt:lpstr>B-tree order 4-5</vt:lpstr>
      <vt:lpstr>Operations : Search, Insert, Delete</vt:lpstr>
      <vt:lpstr>Operations : Search, Insert, Delete</vt:lpstr>
      <vt:lpstr>Operations : Search, Insert, Delete</vt:lpstr>
      <vt:lpstr>Operations : Search, Insert, Delete</vt:lpstr>
      <vt:lpstr>Operations : Search, Insert, Delete</vt:lpstr>
      <vt:lpstr>Operations : Search, Insert, Delete</vt:lpstr>
      <vt:lpstr>Operations : Search, Insert, Delete</vt:lpstr>
      <vt:lpstr>Operations : Search, Insert, Delete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TRIES</dc:title>
  <dc:creator>HENRY LUCKY</dc:creator>
  <cp:lastModifiedBy>HENRY LUCKY</cp:lastModifiedBy>
  <cp:revision>11</cp:revision>
  <dcterms:created xsi:type="dcterms:W3CDTF">2023-11-16T08:05:07Z</dcterms:created>
  <dcterms:modified xsi:type="dcterms:W3CDTF">2024-05-01T14:24:43Z</dcterms:modified>
</cp:coreProperties>
</file>